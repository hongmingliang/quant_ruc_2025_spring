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02F07-A6B2-4274-8467-2C0C651D0631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2B2B-9E85-4484-A0F5-E7282D942C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02F07-A6B2-4274-8467-2C0C651D0631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2B2B-9E85-4484-A0F5-E7282D942C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02F07-A6B2-4274-8467-2C0C651D0631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2B2B-9E85-4484-A0F5-E7282D942C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02F07-A6B2-4274-8467-2C0C651D0631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2B2B-9E85-4484-A0F5-E7282D942C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02F07-A6B2-4274-8467-2C0C651D0631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2B2B-9E85-4484-A0F5-E7282D942C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02F07-A6B2-4274-8467-2C0C651D0631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2B2B-9E85-4484-A0F5-E7282D942C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02F07-A6B2-4274-8467-2C0C651D0631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2B2B-9E85-4484-A0F5-E7282D942C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02F07-A6B2-4274-8467-2C0C651D0631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2B2B-9E85-4484-A0F5-E7282D942C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02F07-A6B2-4274-8467-2C0C651D0631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2B2B-9E85-4484-A0F5-E7282D942C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02F07-A6B2-4274-8467-2C0C651D0631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2B2B-9E85-4484-A0F5-E7282D942C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02F07-A6B2-4274-8467-2C0C651D0631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2B2B-9E85-4484-A0F5-E7282D942C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502F07-A6B2-4274-8467-2C0C651D0631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E2B2B-9E85-4484-A0F5-E7282D942C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.xml"/><Relationship Id="rId7" Type="http://schemas.openxmlformats.org/officeDocument/2006/relationships/image" Target="../media/image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期末展示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吴宇茜</a:t>
            </a:r>
            <a:r>
              <a:rPr lang="en-US" altLang="zh-CN" dirty="0"/>
              <a:t> 2023200727</a:t>
            </a:r>
          </a:p>
          <a:p>
            <a:r>
              <a:rPr lang="en-US" altLang="zh-CN" dirty="0"/>
              <a:t>2025.12.25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文本处理</a:t>
            </a:r>
            <a:r>
              <a:rPr lang="en-US" altLang="zh-CN"/>
              <a:t>-CPU</a:t>
            </a:r>
            <a:r>
              <a:rPr lang="zh-CN" altLang="en-US"/>
              <a:t>权衡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两种方法</a:t>
            </a:r>
            <a:r>
              <a:rPr lang="en-US" altLang="zh-CN"/>
              <a:t>:</a:t>
            </a:r>
          </a:p>
          <a:p>
            <a:r>
              <a:rPr lang="en-US" altLang="zh-CN"/>
              <a:t>sentence-transformers/paraphrase-MiniLM-L3-v2</a:t>
            </a:r>
          </a:p>
          <a:p>
            <a:pPr marL="0" indent="0">
              <a:buNone/>
            </a:pPr>
            <a:r>
              <a:rPr lang="en-US" altLang="zh-CN"/>
              <a:t>      </a:t>
            </a:r>
            <a:r>
              <a:rPr lang="zh-CN" altLang="en-US"/>
              <a:t>文本特征提取阶段采用了</a:t>
            </a:r>
            <a:r>
              <a:rPr lang="en-US" altLang="zh-CN"/>
              <a:t> SentenceTransformers </a:t>
            </a:r>
            <a:r>
              <a:rPr lang="zh-CN" altLang="en-US"/>
              <a:t>框架下的</a:t>
            </a:r>
            <a:r>
              <a:rPr lang="en-US" altLang="zh-CN"/>
              <a:t>     paraphrase-MiniLM-L3-v2 </a:t>
            </a:r>
            <a:r>
              <a:rPr lang="zh-CN" altLang="en-US"/>
              <a:t>模型，将自然语言文本高效映射到语义空间，从而量化客户反馈与房产描述的情感倾向。</a:t>
            </a:r>
          </a:p>
          <a:p>
            <a:pPr marL="0" indent="0">
              <a:buNone/>
            </a:pPr>
            <a:r>
              <a:rPr lang="zh-CN" altLang="en-US"/>
              <a:t>这个模型足够小使得在</a:t>
            </a:r>
            <a:r>
              <a:rPr lang="en-US" altLang="zh-CN"/>
              <a:t>CPU</a:t>
            </a:r>
            <a:r>
              <a:rPr lang="zh-CN" altLang="en-US"/>
              <a:t>上不会构成严重负担</a:t>
            </a:r>
            <a:r>
              <a:rPr lang="en-US" altLang="zh-CN"/>
              <a:t>.(</a:t>
            </a:r>
            <a:r>
              <a:rPr lang="zh-CN" altLang="en-US"/>
              <a:t>此外</a:t>
            </a:r>
            <a:r>
              <a:rPr lang="en-US" altLang="zh-CN"/>
              <a:t>,</a:t>
            </a:r>
            <a:r>
              <a:rPr lang="zh-CN" altLang="en-US"/>
              <a:t>模型使用结束时会释放内存</a:t>
            </a:r>
            <a:r>
              <a:rPr lang="en-US" altLang="zh-CN"/>
              <a:t>,</a:t>
            </a:r>
            <a:r>
              <a:rPr lang="zh-CN" altLang="en-US"/>
              <a:t>为后续的交叉验证腾出空间</a:t>
            </a:r>
            <a:r>
              <a:rPr lang="en-US" altLang="zh-CN"/>
              <a:t>)</a:t>
            </a:r>
            <a:endParaRPr lang="zh-CN" altLang="en-US"/>
          </a:p>
          <a:p>
            <a:r>
              <a:rPr lang="zh-CN" altLang="en-US"/>
              <a:t>简单词典匹配法</a:t>
            </a:r>
            <a:r>
              <a:rPr lang="en-US" altLang="zh-CN"/>
              <a:t>(</a:t>
            </a:r>
            <a:r>
              <a:rPr lang="zh-CN" altLang="en-US"/>
              <a:t>如果前述方法下载</a:t>
            </a:r>
            <a:r>
              <a:rPr lang="en-US" altLang="zh-CN"/>
              <a:t>huggingface</a:t>
            </a:r>
            <a:r>
              <a:rPr lang="zh-CN" altLang="en-US"/>
              <a:t>模型失败</a:t>
            </a:r>
            <a:r>
              <a:rPr lang="en-US" altLang="zh-CN"/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非线性模型的运用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随机森林</a:t>
            </a:r>
          </a:p>
          <a:p>
            <a:pPr marL="0" indent="0">
              <a:buNone/>
            </a:pPr>
            <a:r>
              <a:rPr lang="zh-CN" altLang="en-US"/>
              <a:t>通过拟合不相同的树来降低单一决策树的高方差问题</a:t>
            </a:r>
            <a:r>
              <a:rPr lang="en-US" altLang="zh-CN"/>
              <a:t>.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lightgbm(</a:t>
            </a:r>
            <a:r>
              <a:rPr lang="zh-CN" altLang="en-US"/>
              <a:t>如果不可用也会回退</a:t>
            </a:r>
            <a:r>
              <a:rPr lang="en-US" altLang="zh-CN"/>
              <a:t>GradientBoostingRegressor)</a:t>
            </a:r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结果表示</a:t>
            </a:r>
            <a:r>
              <a:rPr lang="en-US" altLang="zh-CN"/>
              <a:t>,lightgbm</a:t>
            </a:r>
            <a:r>
              <a:rPr lang="zh-CN" altLang="en-US"/>
              <a:t>性能和随机森林相似</a:t>
            </a:r>
            <a:r>
              <a:rPr lang="en-US" altLang="zh-CN"/>
              <a:t>,</a:t>
            </a:r>
            <a:r>
              <a:rPr lang="zh-CN" altLang="en-US"/>
              <a:t>但是时间更短</a:t>
            </a:r>
            <a:r>
              <a:rPr lang="en-US" altLang="zh-CN"/>
              <a:t>,</a:t>
            </a:r>
            <a:r>
              <a:rPr lang="zh-CN" altLang="en-US"/>
              <a:t>模型更加轻量化</a:t>
            </a:r>
            <a:r>
              <a:rPr lang="en-US" altLang="zh-CN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运行结果展示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38810" y="1834515"/>
            <a:ext cx="8260715" cy="15944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86105" y="3780155"/>
            <a:ext cx="8601710" cy="14592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105" y="5303520"/>
            <a:ext cx="8351520" cy="923925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699135" y="1338580"/>
            <a:ext cx="442341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/>
              <a:t>sell:</a:t>
            </a: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661035" y="3321050"/>
            <a:ext cx="442341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/>
              <a:t>rent: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6.85,&quot;left&quot;:37.8,&quot;top&quot;:96.65,&quot;width&quot;:514.0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6.85,&quot;left&quot;:37.8,&quot;top&quot;:96.65,&quot;width&quot;:514.0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6.85,&quot;left&quot;:37.8,&quot;top&quot;:96.65,&quot;width&quot;:514.0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6.85,&quot;left&quot;:37.8,&quot;top&quot;:96.65,&quot;width&quot;:514.0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</Words>
  <Application>Microsoft Office PowerPoint</Application>
  <PresentationFormat>宽屏</PresentationFormat>
  <Paragraphs>19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期末展示</vt:lpstr>
      <vt:lpstr>文本处理-CPU权衡</vt:lpstr>
      <vt:lpstr>非线性模型的运用</vt:lpstr>
      <vt:lpstr>运行结果展示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2025-12-25T15:51:26Z</dcterms:created>
  <dcterms:modified xsi:type="dcterms:W3CDTF">2025-12-25T15:51:41Z</dcterms:modified>
  <cp:contentStatus>最终状态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