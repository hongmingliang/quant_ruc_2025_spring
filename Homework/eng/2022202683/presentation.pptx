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63" r:id="rId2"/>
    <p:sldId id="450" r:id="rId3"/>
    <p:sldId id="451" r:id="rId4"/>
    <p:sldId id="452" r:id="rId5"/>
    <p:sldId id="391" r:id="rId6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01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CB84D4F-D3FF-4A78-B373-ACE646059350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951F25"/>
              </a:solidFill>
              <a:prstDash val="solid"/>
            </a:ln>
          </a:top>
          <a:bottom>
            <a:ln w="12700" cmpd="sng">
              <a:solidFill>
                <a:srgbClr val="951F25"/>
              </a:solidFill>
              <a:prstDash val="solid"/>
            </a:ln>
          </a:bottom>
          <a:insideH>
            <a:ln w="9525" cmpd="sng">
              <a:solidFill>
                <a:srgbClr val="951F25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951F25">
              <a:lumMod val="10000"/>
              <a:lumOff val="90000"/>
            </a:srgb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951F25"/>
              </a:solidFill>
              <a:prstDash val="solid"/>
            </a:ln>
          </a:top>
          <a:bottom>
            <a:ln w="12700" cmpd="sng">
              <a:solidFill>
                <a:srgbClr val="951F25"/>
              </a:solidFill>
              <a:prstDash val="solid"/>
            </a:ln>
          </a:bottom>
          <a:insideH>
            <a:ln w="9525" cmpd="sng">
              <a:solidFill>
                <a:srgbClr val="951F25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51F25">
              <a:lumMod val="10000"/>
              <a:lumOff val="90000"/>
            </a:srgb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951F25"/>
              </a:solidFill>
              <a:prstDash val="solid"/>
            </a:ln>
          </a:top>
          <a:bottom>
            <a:ln w="12700" cmpd="sng">
              <a:solidFill>
                <a:srgbClr val="951F25"/>
              </a:solidFill>
              <a:prstDash val="solid"/>
            </a:ln>
          </a:bottom>
          <a:insideH>
            <a:ln w="9525" cmpd="sng">
              <a:solidFill>
                <a:srgbClr val="951F25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51F25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951F25"/>
              </a:solidFill>
              <a:prstDash val="solid"/>
            </a:ln>
          </a:top>
          <a:bottom>
            <a:ln w="12700" cmpd="sng">
              <a:solidFill>
                <a:srgbClr val="951F25"/>
              </a:solidFill>
              <a:prstDash val="solid"/>
            </a:ln>
          </a:bottom>
          <a:insideH>
            <a:ln w="9525" cmpd="sng">
              <a:solidFill>
                <a:srgbClr val="951F25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51F25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951F25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951F25">
                  <a:lumMod val="40000"/>
                  <a:lumOff val="60000"/>
                </a:srgbClr>
              </a:solidFill>
              <a:prstDash val="solid"/>
            </a:ln>
          </a:top>
          <a:bottom>
            <a:ln w="12700" cmpd="sng">
              <a:solidFill>
                <a:srgbClr val="951F2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951F25">
                  <a:lumMod val="40000"/>
                  <a:lumOff val="60000"/>
                </a:srgbClr>
              </a:solidFill>
              <a:prstDash val="solid"/>
            </a:ln>
          </a:top>
          <a:bottom>
            <a:ln w="12700" cmpd="sng">
              <a:solidFill>
                <a:srgbClr val="951F2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951F25">
                  <a:lumMod val="40000"/>
                  <a:lumOff val="60000"/>
                </a:srgbClr>
              </a:solidFill>
              <a:prstDash val="solid"/>
            </a:ln>
          </a:top>
          <a:bottom>
            <a:ln w="12700" cmpd="sng">
              <a:solidFill>
                <a:srgbClr val="951F2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/>
        <a:fill>
          <a:solidFill>
            <a:srgbClr val="951F2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5"/>
    <p:restoredTop sz="94681"/>
  </p:normalViewPr>
  <p:slideViewPr>
    <p:cSldViewPr snapToGrid="0">
      <p:cViewPr>
        <p:scale>
          <a:sx n="112" d="100"/>
          <a:sy n="112" d="100"/>
        </p:scale>
        <p:origin x="1736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37AC7-D856-4421-84C3-D376A0ED8F0A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882D7-5162-4D48-8AE3-AC2DCA4E555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882D7-5162-4D48-8AE3-AC2DCA4E555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7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1" name="文本框 20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23" name="矩形: 圆角 22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25" name="椭圆 24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27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67" name="文本占位符 65"/>
          <p:cNvSpPr>
            <a:spLocks noGrp="1"/>
          </p:cNvSpPr>
          <p:nvPr userDrawn="1"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1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97285" cy="68580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组合 18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056063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长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4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3" name="图片占位符 22"/>
          <p:cNvSpPr>
            <a:spLocks noGrp="1"/>
          </p:cNvSpPr>
          <p:nvPr>
            <p:ph type="pic" sz="quarter" idx="13"/>
          </p:nvPr>
        </p:nvSpPr>
        <p:spPr>
          <a:xfrm>
            <a:off x="660400" y="1130300"/>
            <a:ext cx="10858500" cy="2817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9" name="文本框 128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67" name="矩形: 圆角 66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8" name="组合 67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69" name="椭圆 68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0" name="组合 69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1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3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4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6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7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8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9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0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1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5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6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7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8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9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0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1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2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3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4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5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6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57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838200" y="1301750"/>
            <a:ext cx="5243513" cy="46704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3" name="组合 22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4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84" name="文本框 8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5" name="矩形: 圆角 84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5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7" name="椭圆 86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9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9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36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9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0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2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3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4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5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6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7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8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9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8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4698494" y="3681942"/>
            <a:ext cx="6819900" cy="24415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668338" y="1123950"/>
            <a:ext cx="6819900" cy="24415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5" name="矩形: 圆角 84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5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7" name="椭圆 86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9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9" name="文本占位符 65"/>
          <p:cNvSpPr>
            <a:spLocks noGrp="1"/>
          </p:cNvSpPr>
          <p:nvPr>
            <p:ph type="body" idx="15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4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661988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9"/>
          <p:cNvSpPr>
            <a:spLocks noGrp="1"/>
          </p:cNvSpPr>
          <p:nvPr>
            <p:ph type="pic" sz="quarter" idx="14"/>
          </p:nvPr>
        </p:nvSpPr>
        <p:spPr>
          <a:xfrm>
            <a:off x="4330561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9"/>
          <p:cNvSpPr>
            <a:spLocks noGrp="1"/>
          </p:cNvSpPr>
          <p:nvPr>
            <p:ph type="pic" sz="quarter" idx="15"/>
          </p:nvPr>
        </p:nvSpPr>
        <p:spPr>
          <a:xfrm>
            <a:off x="7999134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120" name="矩形: 圆角 119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1" name="组合 120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122" name="椭圆 121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3" name="组合 122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124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9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3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4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6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7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8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9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0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1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5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6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7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8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9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0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1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2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3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4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5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6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7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8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9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0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1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2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3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64" name="文本占位符 65"/>
          <p:cNvSpPr>
            <a:spLocks noGrp="1"/>
          </p:cNvSpPr>
          <p:nvPr>
            <p:ph type="body" idx="16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660400" y="1130300"/>
            <a:ext cx="5367020" cy="2435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660400" y="3734122"/>
            <a:ext cx="5367020" cy="23999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151880" y="1130300"/>
            <a:ext cx="5367020" cy="2435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6151880" y="3734122"/>
            <a:ext cx="5367020" cy="23999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952392" y="1412875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14"/>
          <p:cNvSpPr>
            <a:spLocks noGrp="1"/>
          </p:cNvSpPr>
          <p:nvPr>
            <p:ph type="pic" sz="quarter" idx="14"/>
          </p:nvPr>
        </p:nvSpPr>
        <p:spPr>
          <a:xfrm>
            <a:off x="6422971" y="1412875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4"/>
          <p:cNvSpPr>
            <a:spLocks noGrp="1"/>
          </p:cNvSpPr>
          <p:nvPr>
            <p:ph type="pic" sz="quarter" idx="15"/>
          </p:nvPr>
        </p:nvSpPr>
        <p:spPr>
          <a:xfrm>
            <a:off x="6422971" y="4000607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14"/>
          <p:cNvSpPr>
            <a:spLocks noGrp="1"/>
          </p:cNvSpPr>
          <p:nvPr>
            <p:ph type="pic" sz="quarter" idx="16"/>
          </p:nvPr>
        </p:nvSpPr>
        <p:spPr>
          <a:xfrm>
            <a:off x="952392" y="4000607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1" name="矩形: 圆角 80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2" name="组合 81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3" name="椭圆 82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5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5" name="文本占位符 65"/>
          <p:cNvSpPr>
            <a:spLocks noGrp="1"/>
          </p:cNvSpPr>
          <p:nvPr>
            <p:ph type="body" idx="17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399002" y="1086761"/>
            <a:ext cx="4957524" cy="4606485"/>
            <a:chOff x="703035" y="1086761"/>
            <a:chExt cx="4957524" cy="4606485"/>
          </a:xfrm>
        </p:grpSpPr>
        <p:sp>
          <p:nvSpPr>
            <p:cNvPr id="7" name="任意多边形: 形状 6"/>
            <p:cNvSpPr/>
            <p:nvPr/>
          </p:nvSpPr>
          <p:spPr>
            <a:xfrm rot="10015880">
              <a:off x="3385211" y="1086761"/>
              <a:ext cx="2275348" cy="4564647"/>
            </a:xfrm>
            <a:custGeom>
              <a:avLst/>
              <a:gdLst>
                <a:gd name="connsiteX0" fmla="*/ 2209501 w 2209501"/>
                <a:gd name="connsiteY0" fmla="*/ 0 h 4432548"/>
                <a:gd name="connsiteX1" fmla="*/ 2209501 w 2209501"/>
                <a:gd name="connsiteY1" fmla="*/ 4432548 h 4432548"/>
                <a:gd name="connsiteX2" fmla="*/ 1989997 w 2209501"/>
                <a:gd name="connsiteY2" fmla="*/ 4421464 h 4432548"/>
                <a:gd name="connsiteX3" fmla="*/ 0 w 2209501"/>
                <a:gd name="connsiteY3" fmla="*/ 2216274 h 4432548"/>
                <a:gd name="connsiteX4" fmla="*/ 1989997 w 2209501"/>
                <a:gd name="connsiteY4" fmla="*/ 11085 h 4432548"/>
                <a:gd name="connsiteX0-1" fmla="*/ 2209501 w 2211099"/>
                <a:gd name="connsiteY0-2" fmla="*/ 0 h 4432548"/>
                <a:gd name="connsiteX1-3" fmla="*/ 2211099 w 2211099"/>
                <a:gd name="connsiteY1-4" fmla="*/ 2248887 h 4432548"/>
                <a:gd name="connsiteX2-5" fmla="*/ 2209501 w 2211099"/>
                <a:gd name="connsiteY2-6" fmla="*/ 4432548 h 4432548"/>
                <a:gd name="connsiteX3-7" fmla="*/ 1989997 w 2211099"/>
                <a:gd name="connsiteY3-8" fmla="*/ 4421464 h 4432548"/>
                <a:gd name="connsiteX4-9" fmla="*/ 0 w 2211099"/>
                <a:gd name="connsiteY4-10" fmla="*/ 2216274 h 4432548"/>
                <a:gd name="connsiteX5" fmla="*/ 1989997 w 2211099"/>
                <a:gd name="connsiteY5" fmla="*/ 11085 h 4432548"/>
                <a:gd name="connsiteX6" fmla="*/ 2209501 w 2211099"/>
                <a:gd name="connsiteY6" fmla="*/ 0 h 4432548"/>
                <a:gd name="connsiteX0-11" fmla="*/ 2211099 w 2302539"/>
                <a:gd name="connsiteY0-12" fmla="*/ 2248887 h 4432548"/>
                <a:gd name="connsiteX1-13" fmla="*/ 2209501 w 2302539"/>
                <a:gd name="connsiteY1-14" fmla="*/ 4432548 h 4432548"/>
                <a:gd name="connsiteX2-15" fmla="*/ 1989997 w 2302539"/>
                <a:gd name="connsiteY2-16" fmla="*/ 4421464 h 4432548"/>
                <a:gd name="connsiteX3-17" fmla="*/ 0 w 2302539"/>
                <a:gd name="connsiteY3-18" fmla="*/ 2216274 h 4432548"/>
                <a:gd name="connsiteX4-19" fmla="*/ 1989997 w 2302539"/>
                <a:gd name="connsiteY4-20" fmla="*/ 11085 h 4432548"/>
                <a:gd name="connsiteX5-21" fmla="*/ 2209501 w 2302539"/>
                <a:gd name="connsiteY5-22" fmla="*/ 0 h 4432548"/>
                <a:gd name="connsiteX6-23" fmla="*/ 2302539 w 2302539"/>
                <a:gd name="connsiteY6-24" fmla="*/ 2340327 h 4432548"/>
                <a:gd name="connsiteX0-25" fmla="*/ 2211099 w 2211099"/>
                <a:gd name="connsiteY0-26" fmla="*/ 2248887 h 4432548"/>
                <a:gd name="connsiteX1-27" fmla="*/ 2209501 w 2211099"/>
                <a:gd name="connsiteY1-28" fmla="*/ 4432548 h 4432548"/>
                <a:gd name="connsiteX2-29" fmla="*/ 1989997 w 2211099"/>
                <a:gd name="connsiteY2-30" fmla="*/ 4421464 h 4432548"/>
                <a:gd name="connsiteX3-31" fmla="*/ 0 w 2211099"/>
                <a:gd name="connsiteY3-32" fmla="*/ 2216274 h 4432548"/>
                <a:gd name="connsiteX4-33" fmla="*/ 1989997 w 2211099"/>
                <a:gd name="connsiteY4-34" fmla="*/ 11085 h 4432548"/>
                <a:gd name="connsiteX5-35" fmla="*/ 2209501 w 2211099"/>
                <a:gd name="connsiteY5-36" fmla="*/ 0 h 4432548"/>
                <a:gd name="connsiteX0-37" fmla="*/ 2209501 w 2209501"/>
                <a:gd name="connsiteY0-38" fmla="*/ 4432548 h 4432548"/>
                <a:gd name="connsiteX1-39" fmla="*/ 1989997 w 2209501"/>
                <a:gd name="connsiteY1-40" fmla="*/ 4421464 h 4432548"/>
                <a:gd name="connsiteX2-41" fmla="*/ 0 w 2209501"/>
                <a:gd name="connsiteY2-42" fmla="*/ 2216274 h 4432548"/>
                <a:gd name="connsiteX3-43" fmla="*/ 1989997 w 2209501"/>
                <a:gd name="connsiteY3-44" fmla="*/ 11085 h 4432548"/>
                <a:gd name="connsiteX4-45" fmla="*/ 2209501 w 2209501"/>
                <a:gd name="connsiteY4-46" fmla="*/ 0 h 44325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09501" h="4432548">
                  <a:moveTo>
                    <a:pt x="2209501" y="4432548"/>
                  </a:moveTo>
                  <a:lnTo>
                    <a:pt x="1989997" y="4421464"/>
                  </a:lnTo>
                  <a:cubicBezTo>
                    <a:pt x="872246" y="4307950"/>
                    <a:pt x="0" y="3363974"/>
                    <a:pt x="0" y="2216274"/>
                  </a:cubicBezTo>
                  <a:cubicBezTo>
                    <a:pt x="0" y="1068575"/>
                    <a:pt x="872246" y="124599"/>
                    <a:pt x="1989997" y="11085"/>
                  </a:cubicBezTo>
                  <a:lnTo>
                    <a:pt x="220950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03035" y="1374365"/>
              <a:ext cx="4837299" cy="4318881"/>
              <a:chOff x="703035" y="1374365"/>
              <a:chExt cx="4837299" cy="4318881"/>
            </a:xfrm>
          </p:grpSpPr>
          <p:sp>
            <p:nvSpPr>
              <p:cNvPr id="10" name="任意多边形: 形状 9"/>
              <p:cNvSpPr/>
              <p:nvPr/>
            </p:nvSpPr>
            <p:spPr>
              <a:xfrm>
                <a:off x="1336624" y="1528777"/>
                <a:ext cx="4164314" cy="4164469"/>
              </a:xfrm>
              <a:custGeom>
                <a:avLst/>
                <a:gdLst>
                  <a:gd name="connsiteX0" fmla="*/ 1310015 w 2619936"/>
                  <a:gd name="connsiteY0" fmla="*/ 0 h 2620034"/>
                  <a:gd name="connsiteX1" fmla="*/ 1310015 w 2619936"/>
                  <a:gd name="connsiteY1" fmla="*/ 1311964 h 2620034"/>
                  <a:gd name="connsiteX2" fmla="*/ 2619936 w 2619936"/>
                  <a:gd name="connsiteY2" fmla="*/ 1311964 h 2620034"/>
                  <a:gd name="connsiteX3" fmla="*/ 2613271 w 2619936"/>
                  <a:gd name="connsiteY3" fmla="*/ 1443959 h 2620034"/>
                  <a:gd name="connsiteX4" fmla="*/ 1310017 w 2619936"/>
                  <a:gd name="connsiteY4" fmla="*/ 2620034 h 2620034"/>
                  <a:gd name="connsiteX5" fmla="*/ 0 w 2619936"/>
                  <a:gd name="connsiteY5" fmla="*/ 1310017 h 2620034"/>
                  <a:gd name="connsiteX6" fmla="*/ 1176076 w 2619936"/>
                  <a:gd name="connsiteY6" fmla="*/ 6764 h 2620034"/>
                  <a:gd name="connsiteX0-1" fmla="*/ 1310015 w 2619936"/>
                  <a:gd name="connsiteY0-2" fmla="*/ 1311964 h 2620034"/>
                  <a:gd name="connsiteX1-3" fmla="*/ 2619936 w 2619936"/>
                  <a:gd name="connsiteY1-4" fmla="*/ 1311964 h 2620034"/>
                  <a:gd name="connsiteX2-5" fmla="*/ 2613271 w 2619936"/>
                  <a:gd name="connsiteY2-6" fmla="*/ 1443959 h 2620034"/>
                  <a:gd name="connsiteX3-7" fmla="*/ 1310017 w 2619936"/>
                  <a:gd name="connsiteY3-8" fmla="*/ 2620034 h 2620034"/>
                  <a:gd name="connsiteX4-9" fmla="*/ 0 w 2619936"/>
                  <a:gd name="connsiteY4-10" fmla="*/ 1310017 h 2620034"/>
                  <a:gd name="connsiteX5-11" fmla="*/ 1176076 w 2619936"/>
                  <a:gd name="connsiteY5-12" fmla="*/ 6764 h 2620034"/>
                  <a:gd name="connsiteX6-13" fmla="*/ 1310015 w 2619936"/>
                  <a:gd name="connsiteY6-14" fmla="*/ 0 h 2620034"/>
                  <a:gd name="connsiteX7" fmla="*/ 1401455 w 2619936"/>
                  <a:gd name="connsiteY7" fmla="*/ 1403404 h 2620034"/>
                  <a:gd name="connsiteX0-15" fmla="*/ 1310015 w 2619936"/>
                  <a:gd name="connsiteY0-16" fmla="*/ 1311964 h 2620034"/>
                  <a:gd name="connsiteX1-17" fmla="*/ 2619936 w 2619936"/>
                  <a:gd name="connsiteY1-18" fmla="*/ 1311964 h 2620034"/>
                  <a:gd name="connsiteX2-19" fmla="*/ 2613271 w 2619936"/>
                  <a:gd name="connsiteY2-20" fmla="*/ 1443959 h 2620034"/>
                  <a:gd name="connsiteX3-21" fmla="*/ 1310017 w 2619936"/>
                  <a:gd name="connsiteY3-22" fmla="*/ 2620034 h 2620034"/>
                  <a:gd name="connsiteX4-23" fmla="*/ 0 w 2619936"/>
                  <a:gd name="connsiteY4-24" fmla="*/ 1310017 h 2620034"/>
                  <a:gd name="connsiteX5-25" fmla="*/ 1176076 w 2619936"/>
                  <a:gd name="connsiteY5-26" fmla="*/ 6764 h 2620034"/>
                  <a:gd name="connsiteX6-27" fmla="*/ 1310015 w 2619936"/>
                  <a:gd name="connsiteY6-28" fmla="*/ 0 h 2620034"/>
                  <a:gd name="connsiteX0-29" fmla="*/ 2619936 w 2619936"/>
                  <a:gd name="connsiteY0-30" fmla="*/ 1311964 h 2620034"/>
                  <a:gd name="connsiteX1-31" fmla="*/ 2613271 w 2619936"/>
                  <a:gd name="connsiteY1-32" fmla="*/ 1443959 h 2620034"/>
                  <a:gd name="connsiteX2-33" fmla="*/ 1310017 w 2619936"/>
                  <a:gd name="connsiteY2-34" fmla="*/ 2620034 h 2620034"/>
                  <a:gd name="connsiteX3-35" fmla="*/ 0 w 2619936"/>
                  <a:gd name="connsiteY3-36" fmla="*/ 1310017 h 2620034"/>
                  <a:gd name="connsiteX4-37" fmla="*/ 1176076 w 2619936"/>
                  <a:gd name="connsiteY4-38" fmla="*/ 6764 h 2620034"/>
                  <a:gd name="connsiteX5-39" fmla="*/ 1310015 w 2619936"/>
                  <a:gd name="connsiteY5-40" fmla="*/ 0 h 262003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</a:cxnLst>
                <a:rect l="l" t="t" r="r" b="b"/>
                <a:pathLst>
                  <a:path w="2619936" h="2620034">
                    <a:moveTo>
                      <a:pt x="2619936" y="1311964"/>
                    </a:moveTo>
                    <a:lnTo>
                      <a:pt x="2613271" y="1443959"/>
                    </a:lnTo>
                    <a:cubicBezTo>
                      <a:pt x="2546185" y="2104542"/>
                      <a:pt x="1988300" y="2620034"/>
                      <a:pt x="1310017" y="2620034"/>
                    </a:cubicBezTo>
                    <a:cubicBezTo>
                      <a:pt x="586515" y="2620034"/>
                      <a:pt x="0" y="2033519"/>
                      <a:pt x="0" y="1310017"/>
                    </a:cubicBezTo>
                    <a:cubicBezTo>
                      <a:pt x="0" y="631734"/>
                      <a:pt x="515492" y="73850"/>
                      <a:pt x="1176076" y="6764"/>
                    </a:cubicBezTo>
                    <a:lnTo>
                      <a:pt x="1310015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801074" y="1374365"/>
                <a:ext cx="97528" cy="9752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2" name="组合 11"/>
              <p:cNvGrpSpPr/>
              <p:nvPr/>
            </p:nvGrpSpPr>
            <p:grpSpPr>
              <a:xfrm>
                <a:off x="703035" y="2791613"/>
                <a:ext cx="2303860" cy="2763395"/>
                <a:chOff x="667909" y="2831346"/>
                <a:chExt cx="2303860" cy="2763395"/>
              </a:xfrm>
            </p:grpSpPr>
            <p:sp>
              <p:nvSpPr>
                <p:cNvPr id="14" name="任意多边形: 形状 13"/>
                <p:cNvSpPr/>
                <p:nvPr/>
              </p:nvSpPr>
              <p:spPr>
                <a:xfrm rot="18225743">
                  <a:off x="682165" y="2817090"/>
                  <a:ext cx="2275348" cy="2303860"/>
                </a:xfrm>
                <a:custGeom>
                  <a:avLst/>
                  <a:gdLst>
                    <a:gd name="connsiteX0" fmla="*/ 2422212 w 2422212"/>
                    <a:gd name="connsiteY0" fmla="*/ 2452564 h 2452564"/>
                    <a:gd name="connsiteX1" fmla="*/ 1086 w 2422212"/>
                    <a:gd name="connsiteY1" fmla="*/ 2452564 h 2452564"/>
                    <a:gd name="connsiteX2" fmla="*/ 0 w 2422212"/>
                    <a:gd name="connsiteY2" fmla="*/ 2429638 h 2452564"/>
                    <a:gd name="connsiteX3" fmla="*/ 2181576 w 2422212"/>
                    <a:gd name="connsiteY3" fmla="*/ 12152 h 2452564"/>
                    <a:gd name="connsiteX4" fmla="*/ 2422212 w 2422212"/>
                    <a:gd name="connsiteY4" fmla="*/ 0 h 2452564"/>
                    <a:gd name="connsiteX0-1" fmla="*/ 2422212 w 2513652"/>
                    <a:gd name="connsiteY0-2" fmla="*/ 2452564 h 2544004"/>
                    <a:gd name="connsiteX1-3" fmla="*/ 1086 w 2513652"/>
                    <a:gd name="connsiteY1-4" fmla="*/ 2452564 h 2544004"/>
                    <a:gd name="connsiteX2-5" fmla="*/ 0 w 2513652"/>
                    <a:gd name="connsiteY2-6" fmla="*/ 2429638 h 2544004"/>
                    <a:gd name="connsiteX3-7" fmla="*/ 2181576 w 2513652"/>
                    <a:gd name="connsiteY3-8" fmla="*/ 12152 h 2544004"/>
                    <a:gd name="connsiteX4-9" fmla="*/ 2422212 w 2513652"/>
                    <a:gd name="connsiteY4-10" fmla="*/ 0 h 2544004"/>
                    <a:gd name="connsiteX5" fmla="*/ 2513652 w 2513652"/>
                    <a:gd name="connsiteY5" fmla="*/ 2544004 h 2544004"/>
                    <a:gd name="connsiteX0-11" fmla="*/ 1086 w 2513652"/>
                    <a:gd name="connsiteY0-12" fmla="*/ 2452564 h 2544004"/>
                    <a:gd name="connsiteX1-13" fmla="*/ 0 w 2513652"/>
                    <a:gd name="connsiteY1-14" fmla="*/ 2429638 h 2544004"/>
                    <a:gd name="connsiteX2-15" fmla="*/ 2181576 w 2513652"/>
                    <a:gd name="connsiteY2-16" fmla="*/ 12152 h 2544004"/>
                    <a:gd name="connsiteX3-17" fmla="*/ 2422212 w 2513652"/>
                    <a:gd name="connsiteY3-18" fmla="*/ 0 h 2544004"/>
                    <a:gd name="connsiteX4-19" fmla="*/ 2513652 w 2513652"/>
                    <a:gd name="connsiteY4-20" fmla="*/ 2544004 h 2544004"/>
                    <a:gd name="connsiteX0-21" fmla="*/ 1086 w 2422212"/>
                    <a:gd name="connsiteY0-22" fmla="*/ 2452564 h 2452564"/>
                    <a:gd name="connsiteX1-23" fmla="*/ 0 w 2422212"/>
                    <a:gd name="connsiteY1-24" fmla="*/ 2429638 h 2452564"/>
                    <a:gd name="connsiteX2-25" fmla="*/ 2181576 w 2422212"/>
                    <a:gd name="connsiteY2-26" fmla="*/ 12152 h 2452564"/>
                    <a:gd name="connsiteX3-27" fmla="*/ 2422212 w 2422212"/>
                    <a:gd name="connsiteY3-28" fmla="*/ 0 h 245256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2422212" h="2452564">
                      <a:moveTo>
                        <a:pt x="1086" y="2452564"/>
                      </a:moveTo>
                      <a:lnTo>
                        <a:pt x="0" y="2429638"/>
                      </a:lnTo>
                      <a:cubicBezTo>
                        <a:pt x="0" y="1171448"/>
                        <a:pt x="956218" y="136595"/>
                        <a:pt x="2181576" y="12152"/>
                      </a:cubicBezTo>
                      <a:lnTo>
                        <a:pt x="2422212" y="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椭圆 14"/>
                <p:cNvSpPr/>
                <p:nvPr/>
              </p:nvSpPr>
              <p:spPr>
                <a:xfrm>
                  <a:off x="2079475" y="5497213"/>
                  <a:ext cx="97528" cy="9752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3" name="椭圆 12"/>
              <p:cNvSpPr/>
              <p:nvPr/>
            </p:nvSpPr>
            <p:spPr>
              <a:xfrm>
                <a:off x="5442806" y="3611011"/>
                <a:ext cx="97528" cy="9752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17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1239984" y="1740365"/>
            <a:ext cx="3731695" cy="373169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8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2" name="文本框 31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79" name="矩形: 圆角 78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0" name="组合 79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1" name="椭圆 80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3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3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: 圆角 5"/>
          <p:cNvSpPr/>
          <p:nvPr userDrawn="1"/>
        </p:nvSpPr>
        <p:spPr>
          <a:xfrm>
            <a:off x="689270" y="1262131"/>
            <a:ext cx="10842684" cy="2286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 userDrawn="1"/>
        </p:nvSpPr>
        <p:spPr>
          <a:xfrm>
            <a:off x="689270" y="3726269"/>
            <a:ext cx="10842684" cy="2286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819151" y="1376166"/>
            <a:ext cx="2052066" cy="2052834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16"/>
          <p:cNvSpPr>
            <a:spLocks noGrp="1"/>
          </p:cNvSpPr>
          <p:nvPr>
            <p:ph type="pic" sz="quarter" idx="14"/>
          </p:nvPr>
        </p:nvSpPr>
        <p:spPr>
          <a:xfrm flipH="1">
            <a:off x="9344050" y="3851644"/>
            <a:ext cx="2052066" cy="2052834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1" name="矩形: 圆角 80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2" name="组合 81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3" name="椭圆 82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5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5" name="文本占位符 65"/>
          <p:cNvSpPr>
            <a:spLocks noGrp="1"/>
          </p:cNvSpPr>
          <p:nvPr>
            <p:ph type="body" idx="15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9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1175646" y="1134201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-1" fmla="*/ 1310015 w 2619936"/>
              <a:gd name="connsiteY0-2" fmla="*/ 1311964 h 2620034"/>
              <a:gd name="connsiteX1-3" fmla="*/ 2619936 w 2619936"/>
              <a:gd name="connsiteY1-4" fmla="*/ 1311964 h 2620034"/>
              <a:gd name="connsiteX2-5" fmla="*/ 2613271 w 2619936"/>
              <a:gd name="connsiteY2-6" fmla="*/ 1443959 h 2620034"/>
              <a:gd name="connsiteX3-7" fmla="*/ 1310017 w 2619936"/>
              <a:gd name="connsiteY3-8" fmla="*/ 2620034 h 2620034"/>
              <a:gd name="connsiteX4-9" fmla="*/ 0 w 2619936"/>
              <a:gd name="connsiteY4-10" fmla="*/ 1310017 h 2620034"/>
              <a:gd name="connsiteX5-11" fmla="*/ 1176076 w 2619936"/>
              <a:gd name="connsiteY5-12" fmla="*/ 6764 h 2620034"/>
              <a:gd name="connsiteX6-13" fmla="*/ 1310015 w 2619936"/>
              <a:gd name="connsiteY6-14" fmla="*/ 0 h 2620034"/>
              <a:gd name="connsiteX7" fmla="*/ 1401455 w 2619936"/>
              <a:gd name="connsiteY7" fmla="*/ 1403404 h 2620034"/>
              <a:gd name="connsiteX0-15" fmla="*/ 1310015 w 2619936"/>
              <a:gd name="connsiteY0-16" fmla="*/ 1311964 h 2620034"/>
              <a:gd name="connsiteX1-17" fmla="*/ 2619936 w 2619936"/>
              <a:gd name="connsiteY1-18" fmla="*/ 1311964 h 2620034"/>
              <a:gd name="connsiteX2-19" fmla="*/ 2613271 w 2619936"/>
              <a:gd name="connsiteY2-20" fmla="*/ 1443959 h 2620034"/>
              <a:gd name="connsiteX3-21" fmla="*/ 1310017 w 2619936"/>
              <a:gd name="connsiteY3-22" fmla="*/ 2620034 h 2620034"/>
              <a:gd name="connsiteX4-23" fmla="*/ 0 w 2619936"/>
              <a:gd name="connsiteY4-24" fmla="*/ 1310017 h 2620034"/>
              <a:gd name="connsiteX5-25" fmla="*/ 1176076 w 2619936"/>
              <a:gd name="connsiteY5-26" fmla="*/ 6764 h 2620034"/>
              <a:gd name="connsiteX6-27" fmla="*/ 1310015 w 2619936"/>
              <a:gd name="connsiteY6-28" fmla="*/ 0 h 2620034"/>
              <a:gd name="connsiteX0-29" fmla="*/ 2619936 w 2619936"/>
              <a:gd name="connsiteY0-30" fmla="*/ 1311964 h 2620034"/>
              <a:gd name="connsiteX1-31" fmla="*/ 2613271 w 2619936"/>
              <a:gd name="connsiteY1-32" fmla="*/ 1443959 h 2620034"/>
              <a:gd name="connsiteX2-33" fmla="*/ 1310017 w 2619936"/>
              <a:gd name="connsiteY2-34" fmla="*/ 2620034 h 2620034"/>
              <a:gd name="connsiteX3-35" fmla="*/ 0 w 2619936"/>
              <a:gd name="connsiteY3-36" fmla="*/ 1310017 h 2620034"/>
              <a:gd name="connsiteX4-37" fmla="*/ 1176076 w 2619936"/>
              <a:gd name="connsiteY4-38" fmla="*/ 6764 h 2620034"/>
              <a:gd name="connsiteX5-39" fmla="*/ 1310015 w 2619936"/>
              <a:gd name="connsiteY5-40" fmla="*/ 0 h 2620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4601109" y="1129189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-1" fmla="*/ 1310015 w 2619936"/>
              <a:gd name="connsiteY0-2" fmla="*/ 1311964 h 2620034"/>
              <a:gd name="connsiteX1-3" fmla="*/ 2619936 w 2619936"/>
              <a:gd name="connsiteY1-4" fmla="*/ 1311964 h 2620034"/>
              <a:gd name="connsiteX2-5" fmla="*/ 2613271 w 2619936"/>
              <a:gd name="connsiteY2-6" fmla="*/ 1443959 h 2620034"/>
              <a:gd name="connsiteX3-7" fmla="*/ 1310017 w 2619936"/>
              <a:gd name="connsiteY3-8" fmla="*/ 2620034 h 2620034"/>
              <a:gd name="connsiteX4-9" fmla="*/ 0 w 2619936"/>
              <a:gd name="connsiteY4-10" fmla="*/ 1310017 h 2620034"/>
              <a:gd name="connsiteX5-11" fmla="*/ 1176076 w 2619936"/>
              <a:gd name="connsiteY5-12" fmla="*/ 6764 h 2620034"/>
              <a:gd name="connsiteX6-13" fmla="*/ 1310015 w 2619936"/>
              <a:gd name="connsiteY6-14" fmla="*/ 0 h 2620034"/>
              <a:gd name="connsiteX7" fmla="*/ 1401455 w 2619936"/>
              <a:gd name="connsiteY7" fmla="*/ 1403404 h 2620034"/>
              <a:gd name="connsiteX0-15" fmla="*/ 1310015 w 2619936"/>
              <a:gd name="connsiteY0-16" fmla="*/ 1311964 h 2620034"/>
              <a:gd name="connsiteX1-17" fmla="*/ 2619936 w 2619936"/>
              <a:gd name="connsiteY1-18" fmla="*/ 1311964 h 2620034"/>
              <a:gd name="connsiteX2-19" fmla="*/ 2613271 w 2619936"/>
              <a:gd name="connsiteY2-20" fmla="*/ 1443959 h 2620034"/>
              <a:gd name="connsiteX3-21" fmla="*/ 1310017 w 2619936"/>
              <a:gd name="connsiteY3-22" fmla="*/ 2620034 h 2620034"/>
              <a:gd name="connsiteX4-23" fmla="*/ 0 w 2619936"/>
              <a:gd name="connsiteY4-24" fmla="*/ 1310017 h 2620034"/>
              <a:gd name="connsiteX5-25" fmla="*/ 1176076 w 2619936"/>
              <a:gd name="connsiteY5-26" fmla="*/ 6764 h 2620034"/>
              <a:gd name="connsiteX6-27" fmla="*/ 1310015 w 2619936"/>
              <a:gd name="connsiteY6-28" fmla="*/ 0 h 2620034"/>
              <a:gd name="connsiteX0-29" fmla="*/ 2619936 w 2619936"/>
              <a:gd name="connsiteY0-30" fmla="*/ 1311964 h 2620034"/>
              <a:gd name="connsiteX1-31" fmla="*/ 2613271 w 2619936"/>
              <a:gd name="connsiteY1-32" fmla="*/ 1443959 h 2620034"/>
              <a:gd name="connsiteX2-33" fmla="*/ 1310017 w 2619936"/>
              <a:gd name="connsiteY2-34" fmla="*/ 2620034 h 2620034"/>
              <a:gd name="connsiteX3-35" fmla="*/ 0 w 2619936"/>
              <a:gd name="connsiteY3-36" fmla="*/ 1310017 h 2620034"/>
              <a:gd name="connsiteX4-37" fmla="*/ 1176076 w 2619936"/>
              <a:gd name="connsiteY4-38" fmla="*/ 6764 h 2620034"/>
              <a:gd name="connsiteX5-39" fmla="*/ 1310015 w 2619936"/>
              <a:gd name="connsiteY5-40" fmla="*/ 0 h 2620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/>
          <p:cNvSpPr/>
          <p:nvPr userDrawn="1"/>
        </p:nvSpPr>
        <p:spPr>
          <a:xfrm>
            <a:off x="8026573" y="1129189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-1" fmla="*/ 1310015 w 2619936"/>
              <a:gd name="connsiteY0-2" fmla="*/ 1311964 h 2620034"/>
              <a:gd name="connsiteX1-3" fmla="*/ 2619936 w 2619936"/>
              <a:gd name="connsiteY1-4" fmla="*/ 1311964 h 2620034"/>
              <a:gd name="connsiteX2-5" fmla="*/ 2613271 w 2619936"/>
              <a:gd name="connsiteY2-6" fmla="*/ 1443959 h 2620034"/>
              <a:gd name="connsiteX3-7" fmla="*/ 1310017 w 2619936"/>
              <a:gd name="connsiteY3-8" fmla="*/ 2620034 h 2620034"/>
              <a:gd name="connsiteX4-9" fmla="*/ 0 w 2619936"/>
              <a:gd name="connsiteY4-10" fmla="*/ 1310017 h 2620034"/>
              <a:gd name="connsiteX5-11" fmla="*/ 1176076 w 2619936"/>
              <a:gd name="connsiteY5-12" fmla="*/ 6764 h 2620034"/>
              <a:gd name="connsiteX6-13" fmla="*/ 1310015 w 2619936"/>
              <a:gd name="connsiteY6-14" fmla="*/ 0 h 2620034"/>
              <a:gd name="connsiteX7" fmla="*/ 1401455 w 2619936"/>
              <a:gd name="connsiteY7" fmla="*/ 1403404 h 2620034"/>
              <a:gd name="connsiteX0-15" fmla="*/ 1310015 w 2619936"/>
              <a:gd name="connsiteY0-16" fmla="*/ 1311964 h 2620034"/>
              <a:gd name="connsiteX1-17" fmla="*/ 2619936 w 2619936"/>
              <a:gd name="connsiteY1-18" fmla="*/ 1311964 h 2620034"/>
              <a:gd name="connsiteX2-19" fmla="*/ 2613271 w 2619936"/>
              <a:gd name="connsiteY2-20" fmla="*/ 1443959 h 2620034"/>
              <a:gd name="connsiteX3-21" fmla="*/ 1310017 w 2619936"/>
              <a:gd name="connsiteY3-22" fmla="*/ 2620034 h 2620034"/>
              <a:gd name="connsiteX4-23" fmla="*/ 0 w 2619936"/>
              <a:gd name="connsiteY4-24" fmla="*/ 1310017 h 2620034"/>
              <a:gd name="connsiteX5-25" fmla="*/ 1176076 w 2619936"/>
              <a:gd name="connsiteY5-26" fmla="*/ 6764 h 2620034"/>
              <a:gd name="connsiteX6-27" fmla="*/ 1310015 w 2619936"/>
              <a:gd name="connsiteY6-28" fmla="*/ 0 h 2620034"/>
              <a:gd name="connsiteX0-29" fmla="*/ 2619936 w 2619936"/>
              <a:gd name="connsiteY0-30" fmla="*/ 1311964 h 2620034"/>
              <a:gd name="connsiteX1-31" fmla="*/ 2613271 w 2619936"/>
              <a:gd name="connsiteY1-32" fmla="*/ 1443959 h 2620034"/>
              <a:gd name="connsiteX2-33" fmla="*/ 1310017 w 2619936"/>
              <a:gd name="connsiteY2-34" fmla="*/ 2620034 h 2620034"/>
              <a:gd name="connsiteX3-35" fmla="*/ 0 w 2619936"/>
              <a:gd name="connsiteY3-36" fmla="*/ 1310017 h 2620034"/>
              <a:gd name="connsiteX4-37" fmla="*/ 1176076 w 2619936"/>
              <a:gd name="connsiteY4-38" fmla="*/ 6764 h 2620034"/>
              <a:gd name="connsiteX5-39" fmla="*/ 1310015 w 2619936"/>
              <a:gd name="connsiteY5-40" fmla="*/ 0 h 2620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746818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椭圆 12"/>
          <p:cNvSpPr/>
          <p:nvPr userDrawn="1"/>
        </p:nvSpPr>
        <p:spPr>
          <a:xfrm>
            <a:off x="7241893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椭圆 13"/>
          <p:cNvSpPr/>
          <p:nvPr userDrawn="1"/>
        </p:nvSpPr>
        <p:spPr>
          <a:xfrm>
            <a:off x="10597745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1315435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4745356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5"/>
          </p:nvPr>
        </p:nvSpPr>
        <p:spPr>
          <a:xfrm>
            <a:off x="8175278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3" name="文本框 32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0" name="矩形: 圆角 79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1" name="组合 80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2" name="椭圆 81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组合 82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4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4" name="文本占位符 65"/>
          <p:cNvSpPr>
            <a:spLocks noGrp="1"/>
          </p:cNvSpPr>
          <p:nvPr>
            <p:ph type="body" idx="16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8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9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0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3" name="泪滴形 22"/>
          <p:cNvSpPr/>
          <p:nvPr userDrawn="1"/>
        </p:nvSpPr>
        <p:spPr>
          <a:xfrm flipH="1" flipV="1">
            <a:off x="6231956" y="1325419"/>
            <a:ext cx="2284692" cy="2284692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泪滴形 23"/>
          <p:cNvSpPr/>
          <p:nvPr userDrawn="1"/>
        </p:nvSpPr>
        <p:spPr>
          <a:xfrm flipV="1">
            <a:off x="3836026" y="1325419"/>
            <a:ext cx="2284691" cy="2284691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泪滴形 20"/>
          <p:cNvSpPr/>
          <p:nvPr userDrawn="1"/>
        </p:nvSpPr>
        <p:spPr>
          <a:xfrm flipH="1">
            <a:off x="6231956" y="3712424"/>
            <a:ext cx="2284692" cy="2284692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泪滴形 18"/>
          <p:cNvSpPr/>
          <p:nvPr userDrawn="1"/>
        </p:nvSpPr>
        <p:spPr>
          <a:xfrm>
            <a:off x="3836024" y="3712424"/>
            <a:ext cx="2284693" cy="2284693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图片占位符 16"/>
          <p:cNvSpPr>
            <a:spLocks noGrp="1"/>
          </p:cNvSpPr>
          <p:nvPr>
            <p:ph type="pic" sz="quarter" idx="13"/>
          </p:nvPr>
        </p:nvSpPr>
        <p:spPr>
          <a:xfrm flipH="1">
            <a:off x="3921679" y="3817073"/>
            <a:ext cx="2082882" cy="2083662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2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6337011" y="3817073"/>
            <a:ext cx="2082881" cy="2083661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5" name="图片占位符 16"/>
          <p:cNvSpPr>
            <a:spLocks noGrp="1"/>
          </p:cNvSpPr>
          <p:nvPr>
            <p:ph type="pic" sz="quarter" idx="15"/>
          </p:nvPr>
        </p:nvSpPr>
        <p:spPr>
          <a:xfrm flipH="1">
            <a:off x="3921681" y="1428875"/>
            <a:ext cx="2082880" cy="208366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16"/>
          <p:cNvSpPr>
            <a:spLocks noGrp="1"/>
          </p:cNvSpPr>
          <p:nvPr>
            <p:ph type="pic" sz="quarter" idx="16"/>
          </p:nvPr>
        </p:nvSpPr>
        <p:spPr>
          <a:xfrm>
            <a:off x="6337011" y="1428873"/>
            <a:ext cx="2082881" cy="2083661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2" name="文本框 41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9" name="矩形: 圆角 88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0" name="组合 89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91" name="椭圆 90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2" name="组合 91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93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9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33" name="文本占位符 65"/>
          <p:cNvSpPr>
            <a:spLocks noGrp="1"/>
          </p:cNvSpPr>
          <p:nvPr>
            <p:ph type="body" idx="17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手机样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4712208" y="1425576"/>
            <a:ext cx="2761487" cy="5432425"/>
          </a:xfrm>
          <a:custGeom>
            <a:avLst/>
            <a:gdLst>
              <a:gd name="connsiteX0" fmla="*/ 226557 w 2727960"/>
              <a:gd name="connsiteY0" fmla="*/ 0 h 5432425"/>
              <a:gd name="connsiteX1" fmla="*/ 2501403 w 2727960"/>
              <a:gd name="connsiteY1" fmla="*/ 0 h 5432425"/>
              <a:gd name="connsiteX2" fmla="*/ 2727960 w 2727960"/>
              <a:gd name="connsiteY2" fmla="*/ 226557 h 5432425"/>
              <a:gd name="connsiteX3" fmla="*/ 2727960 w 2727960"/>
              <a:gd name="connsiteY3" fmla="*/ 5432425 h 5432425"/>
              <a:gd name="connsiteX4" fmla="*/ 0 w 2727960"/>
              <a:gd name="connsiteY4" fmla="*/ 5432425 h 5432425"/>
              <a:gd name="connsiteX5" fmla="*/ 0 w 2727960"/>
              <a:gd name="connsiteY5" fmla="*/ 226557 h 5432425"/>
              <a:gd name="connsiteX6" fmla="*/ 226557 w 2727960"/>
              <a:gd name="connsiteY6" fmla="*/ 0 h 5432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7960" h="5432425">
                <a:moveTo>
                  <a:pt x="226557" y="0"/>
                </a:moveTo>
                <a:lnTo>
                  <a:pt x="2501403" y="0"/>
                </a:lnTo>
                <a:cubicBezTo>
                  <a:pt x="2626527" y="0"/>
                  <a:pt x="2727960" y="101433"/>
                  <a:pt x="2727960" y="226557"/>
                </a:cubicBezTo>
                <a:lnTo>
                  <a:pt x="2727960" y="5432425"/>
                </a:lnTo>
                <a:lnTo>
                  <a:pt x="0" y="5432425"/>
                </a:lnTo>
                <a:lnTo>
                  <a:pt x="0" y="226557"/>
                </a:lnTo>
                <a:cubicBezTo>
                  <a:pt x="0" y="101433"/>
                  <a:pt x="101433" y="0"/>
                  <a:pt x="2265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57"/>
          <a:stretch>
            <a:fillRect/>
          </a:stretch>
        </p:blipFill>
        <p:spPr>
          <a:xfrm>
            <a:off x="4023982" y="970876"/>
            <a:ext cx="4144035" cy="5887124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grpSp>
        <p:nvGrpSpPr>
          <p:cNvPr id="14" name="组合 13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5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5" name="矩形: 圆角 74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6" name="组合 75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77" name="椭圆 76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8" name="组合 77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9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19" name="文本占位符 65"/>
          <p:cNvSpPr>
            <a:spLocks noGrp="1"/>
          </p:cNvSpPr>
          <p:nvPr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电脑样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8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5" name="椭圆 64"/>
          <p:cNvSpPr/>
          <p:nvPr userDrawn="1"/>
        </p:nvSpPr>
        <p:spPr>
          <a:xfrm>
            <a:off x="6958403" y="5702153"/>
            <a:ext cx="2640760" cy="529481"/>
          </a:xfrm>
          <a:prstGeom prst="ellipse">
            <a:avLst/>
          </a:prstGeom>
          <a:solidFill>
            <a:schemeClr val="bg2">
              <a:lumMod val="50000"/>
              <a:alpha val="32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469" y="1494982"/>
            <a:ext cx="5799137" cy="4525085"/>
          </a:xfrm>
          <a:prstGeom prst="rect">
            <a:avLst/>
          </a:prstGeom>
        </p:spPr>
      </p:pic>
      <p:sp>
        <p:nvSpPr>
          <p:cNvPr id="23" name="图片占位符 22"/>
          <p:cNvSpPr>
            <a:spLocks noGrp="1"/>
          </p:cNvSpPr>
          <p:nvPr>
            <p:ph type="pic" sz="quarter" idx="10"/>
          </p:nvPr>
        </p:nvSpPr>
        <p:spPr>
          <a:xfrm>
            <a:off x="5575656" y="1711325"/>
            <a:ext cx="5324475" cy="30146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4" name="文本框 2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70" name="矩形: 圆角 69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1" name="组合 70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72" name="椭圆 71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4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14" name="文本占位符 65"/>
          <p:cNvSpPr>
            <a:spLocks noGrp="1"/>
          </p:cNvSpPr>
          <p:nvPr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音乐播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7989570" y="2431013"/>
            <a:ext cx="2595932" cy="2595932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11" name="椭圆 10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13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53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  <p:sp>
        <p:nvSpPr>
          <p:cNvPr id="54" name="文本框 5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grpSp>
        <p:nvGrpSpPr>
          <p:cNvPr id="55" name="组合 54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56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7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8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9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0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1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2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3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4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5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6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7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8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9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Up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6C455-D181-459A-8014-67AAEFFCA7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6" Type="http://schemas.openxmlformats.org/officeDocument/2006/relationships/hyperlink" Target="https://huggingface.co/BAAI/bge-reranker-base" TargetMode="External"/><Relationship Id="rId5" Type="http://schemas.openxmlformats.org/officeDocument/2006/relationships/hyperlink" Target="https://huggingface.co/BAAI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28"/>
          <p:cNvSpPr txBox="1"/>
          <p:nvPr/>
        </p:nvSpPr>
        <p:spPr>
          <a:xfrm>
            <a:off x="73025" y="5918835"/>
            <a:ext cx="121869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0101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靳沛峣（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B0101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2022202683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0101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）</a:t>
            </a:r>
          </a:p>
        </p:txBody>
      </p:sp>
      <p:cxnSp>
        <p:nvCxnSpPr>
          <p:cNvPr id="44" name="直接连接符 43"/>
          <p:cNvCxnSpPr>
            <a:endCxn id="22" idx="1"/>
          </p:cNvCxnSpPr>
          <p:nvPr/>
        </p:nvCxnSpPr>
        <p:spPr>
          <a:xfrm>
            <a:off x="-884420" y="5455934"/>
            <a:ext cx="6228990" cy="43224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cxnSp>
        <p:nvCxnSpPr>
          <p:cNvPr id="45" name="直接连接符 44"/>
          <p:cNvCxnSpPr>
            <a:stCxn id="22" idx="3"/>
          </p:cNvCxnSpPr>
          <p:nvPr/>
        </p:nvCxnSpPr>
        <p:spPr>
          <a:xfrm flipV="1">
            <a:off x="6870876" y="5455934"/>
            <a:ext cx="5975694" cy="43224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grpSp>
        <p:nvGrpSpPr>
          <p:cNvPr id="18" name="组合 17"/>
          <p:cNvGrpSpPr/>
          <p:nvPr/>
        </p:nvGrpSpPr>
        <p:grpSpPr>
          <a:xfrm>
            <a:off x="3546045" y="503548"/>
            <a:ext cx="4751224" cy="1310637"/>
            <a:chOff x="1013385" y="386506"/>
            <a:chExt cx="4228542" cy="1166454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3385" y="386506"/>
              <a:ext cx="1161573" cy="1166454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341918" y="523819"/>
              <a:ext cx="2896218" cy="640678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2301895" y="1128876"/>
              <a:ext cx="2940032" cy="3013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1600" b="1" dirty="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RENMIN UNIVERSITY OF CHINA</a:t>
              </a:r>
              <a:endParaRPr lang="zh-CN" altLang="en-US" sz="1600" b="1" dirty="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12312" y="5298734"/>
            <a:ext cx="1390821" cy="40084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802E301-C58C-830A-D978-39CCAA78E9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40" y="2919848"/>
            <a:ext cx="10707289" cy="219065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2EAE11B-6C34-21FD-67F2-B133525E64B6}"/>
              </a:ext>
            </a:extLst>
          </p:cNvPr>
          <p:cNvSpPr txBox="1"/>
          <p:nvPr/>
        </p:nvSpPr>
        <p:spPr>
          <a:xfrm>
            <a:off x="2508319" y="1845994"/>
            <a:ext cx="7175362" cy="8856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4400" b="1" dirty="0">
                <a:solidFill>
                  <a:srgbClr val="B01010"/>
                </a:solidFill>
                <a:latin typeface="Arial" panose="020B0604020202020204"/>
                <a:ea typeface="微软雅黑" panose="020B0503020204020204" charset="-122"/>
                <a:cs typeface="+mn-ea"/>
              </a:rPr>
              <a:t>人工智能与</a:t>
            </a:r>
            <a:r>
              <a:rPr lang="en-US" altLang="zh-CN" sz="4400" b="1" dirty="0">
                <a:solidFill>
                  <a:srgbClr val="B01010"/>
                </a:solidFill>
                <a:latin typeface="Arial" panose="020B0604020202020204"/>
                <a:ea typeface="微软雅黑" panose="020B0503020204020204" charset="-122"/>
                <a:cs typeface="+mn-ea"/>
              </a:rPr>
              <a:t>Python</a:t>
            </a:r>
            <a:r>
              <a:rPr lang="zh-CN" altLang="en-US" sz="4400" b="1" dirty="0">
                <a:solidFill>
                  <a:srgbClr val="B01010"/>
                </a:solidFill>
                <a:latin typeface="Arial" panose="020B0604020202020204"/>
                <a:ea typeface="微软雅黑" panose="020B0503020204020204" charset="-122"/>
                <a:cs typeface="+mn-ea"/>
              </a:rPr>
              <a:t>期末汇报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F3334-DA4E-8229-66AA-34C15C3F5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F7E638A-99C1-0118-3D77-1FE0412F4CCE}"/>
              </a:ext>
            </a:extLst>
          </p:cNvPr>
          <p:cNvGrpSpPr/>
          <p:nvPr/>
        </p:nvGrpSpPr>
        <p:grpSpPr>
          <a:xfrm>
            <a:off x="335361" y="116633"/>
            <a:ext cx="11521279" cy="6589041"/>
            <a:chOff x="335361" y="116633"/>
            <a:chExt cx="11521279" cy="6589041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2DC31989-F231-5E38-8FE0-4ECC8AD6B5C9}"/>
                </a:ext>
              </a:extLst>
            </p:cNvPr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>
                <a:extLst>
                  <a:ext uri="{FF2B5EF4-FFF2-40B4-BE49-F238E27FC236}">
                    <a16:creationId xmlns:a16="http://schemas.microsoft.com/office/drawing/2014/main" id="{9B9406A0-14B2-1D19-442E-95F757D7746E}"/>
                  </a:ext>
                </a:extLst>
              </p:cNvPr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58206744-D5C4-30A6-BBE1-46DE74D89686}"/>
                  </a:ext>
                </a:extLst>
              </p:cNvPr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04EC8574-3488-2C22-CFEF-D7D6E936E725}"/>
                </a:ext>
              </a:extLst>
            </p:cNvPr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EABA376-247B-DDC2-D448-FF4D43B4FDAB}"/>
                </a:ext>
              </a:extLst>
            </p:cNvPr>
            <p:cNvSpPr txBox="1"/>
            <p:nvPr/>
          </p:nvSpPr>
          <p:spPr>
            <a:xfrm>
              <a:off x="10805366" y="642867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5EDAE86-11BE-F9FD-E4BF-5DAD29EDBD35}"/>
              </a:ext>
            </a:extLst>
          </p:cNvPr>
          <p:cNvGrpSpPr/>
          <p:nvPr/>
        </p:nvGrpSpPr>
        <p:grpSpPr>
          <a:xfrm>
            <a:off x="9419025" y="41061"/>
            <a:ext cx="2458511" cy="708866"/>
            <a:chOff x="277798" y="122111"/>
            <a:chExt cx="5205104" cy="1500796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733D8C6B-4078-FB50-E7F5-826DCC8E4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77798" y="122111"/>
              <a:ext cx="1494512" cy="1500796"/>
            </a:xfrm>
            <a:prstGeom prst="rect">
              <a:avLst/>
            </a:prstGeom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D5943B75-A801-CED1-5466-0ACEA37FF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51632" y="319184"/>
              <a:ext cx="3416112" cy="755685"/>
            </a:xfrm>
            <a:prstGeom prst="rect">
              <a:avLst/>
            </a:prstGeom>
          </p:spPr>
        </p:pic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B592F57D-4480-BF40-BCF1-380915A1BE4D}"/>
                </a:ext>
              </a:extLst>
            </p:cNvPr>
            <p:cNvSpPr/>
            <p:nvPr/>
          </p:nvSpPr>
          <p:spPr>
            <a:xfrm>
              <a:off x="1849633" y="1019699"/>
              <a:ext cx="3633269" cy="4887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RENMIN UNIVERSITY OF CHINA</a:t>
              </a: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8A24E016-3C07-CEC6-D2A9-16C98C39FC4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35360" y="697816"/>
            <a:ext cx="11788914" cy="6074162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客户反馈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NLP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：采用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BAAI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/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bge-reranker-base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模型；把长文本压缩成“固定维度数值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+ 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一个低基数类别”：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 marL="457200" indent="-457200">
              <a:lnSpc>
                <a:spcPct val="15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文本预处理：统一标点、去掉高频口头填充词、按逗号切分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clause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，并限制每行最多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8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个短句；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 marL="457200" indent="-457200">
              <a:lnSpc>
                <a:spcPct val="15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固定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k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个方面：定义了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18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个方面（交通、配套、物业、噪音、采光、潮湿、费用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…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）首先判断属于哪个方面，其次判断该方面情感偏正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/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偏负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/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中性；</a:t>
            </a:r>
          </a:p>
          <a:p>
            <a:pPr marL="457200" indent="-457200">
              <a:lnSpc>
                <a:spcPct val="15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采用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 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SentenceTransformer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模式：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encode 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每个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clause 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的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embedding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；与每个方面中心向量算相似度，超过阈值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0.35 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才计入；情感用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pos - neg 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并用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neu 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做“中性钳制”</a:t>
            </a:r>
          </a:p>
          <a:p>
            <a:pPr indent="-457200">
              <a:lnSpc>
                <a:spcPct val="15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对每条样本、每个方面，输出：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1.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命中该方面的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clause 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数、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2.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情感均值、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3.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最负的情感值、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4.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最高的相似度强度。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派生一些变量：面积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log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、每室面积、费用类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log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、每平米费用、套内面积、楼层位置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两类地理特征处理：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 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CityCenterDistanceTransformer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：到“城市中心”的距离：训练阶段用训练集按城市计算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(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lon,lat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) 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均值作为“城市中心”，并用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haversine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算距离；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 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KMeansGeoTransformer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：按城市分别对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(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lon,lat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) 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做 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MiniBatchKMeans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 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聚类；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 k 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会按城市样本量自适应。</a:t>
            </a:r>
          </a:p>
          <a:p>
            <a:pPr>
              <a:lnSpc>
                <a:spcPct val="120000"/>
              </a:lnSpc>
            </a:pPr>
            <a:endParaRPr lang="zh-CN" altLang="en-US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</p:txBody>
      </p:sp>
      <p:sp>
        <p:nvSpPr>
          <p:cNvPr id="5" name="文本占位符 5">
            <a:extLst>
              <a:ext uri="{FF2B5EF4-FFF2-40B4-BE49-F238E27FC236}">
                <a16:creationId xmlns:a16="http://schemas.microsoft.com/office/drawing/2014/main" id="{DE67A959-14EF-B376-D583-65710D38EE69}"/>
              </a:ext>
            </a:extLst>
          </p:cNvPr>
          <p:cNvSpPr txBox="1"/>
          <p:nvPr/>
        </p:nvSpPr>
        <p:spPr>
          <a:xfrm>
            <a:off x="1086888" y="171679"/>
            <a:ext cx="8388985" cy="73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数据清洗、特征工程</a:t>
            </a:r>
          </a:p>
        </p:txBody>
      </p:sp>
    </p:spTree>
    <p:extLst>
      <p:ext uri="{BB962C8B-B14F-4D97-AF65-F5344CB8AC3E}">
        <p14:creationId xmlns:p14="http://schemas.microsoft.com/office/powerpoint/2010/main" val="4149383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1A099-7FD6-096A-98EF-AE5FBBB8E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7873B3B-D185-EEBA-AD95-9BFAF62B7B3D}"/>
              </a:ext>
            </a:extLst>
          </p:cNvPr>
          <p:cNvGrpSpPr/>
          <p:nvPr/>
        </p:nvGrpSpPr>
        <p:grpSpPr>
          <a:xfrm>
            <a:off x="335361" y="116633"/>
            <a:ext cx="11521279" cy="6589041"/>
            <a:chOff x="335361" y="116633"/>
            <a:chExt cx="11521279" cy="6589041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17AAC83E-2660-019F-131E-C1CEF847E971}"/>
                </a:ext>
              </a:extLst>
            </p:cNvPr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>
                <a:extLst>
                  <a:ext uri="{FF2B5EF4-FFF2-40B4-BE49-F238E27FC236}">
                    <a16:creationId xmlns:a16="http://schemas.microsoft.com/office/drawing/2014/main" id="{55DF3A9C-AFAE-E225-B33A-FE5E47CDBD94}"/>
                  </a:ext>
                </a:extLst>
              </p:cNvPr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1352AB40-D1A5-D979-F8E6-D781C062FA26}"/>
                  </a:ext>
                </a:extLst>
              </p:cNvPr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AEDAC2F-A8DB-6B47-29C8-E80199EB5B46}"/>
                </a:ext>
              </a:extLst>
            </p:cNvPr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972D6AB-22D5-75F6-E22D-713DDDA67162}"/>
                </a:ext>
              </a:extLst>
            </p:cNvPr>
            <p:cNvSpPr txBox="1"/>
            <p:nvPr/>
          </p:nvSpPr>
          <p:spPr>
            <a:xfrm>
              <a:off x="10805366" y="642867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F33FF818-30F1-C4EB-FF1F-D2116FFC9FDB}"/>
              </a:ext>
            </a:extLst>
          </p:cNvPr>
          <p:cNvGrpSpPr/>
          <p:nvPr/>
        </p:nvGrpSpPr>
        <p:grpSpPr>
          <a:xfrm>
            <a:off x="9419025" y="41061"/>
            <a:ext cx="2458511" cy="708866"/>
            <a:chOff x="277798" y="122111"/>
            <a:chExt cx="5205104" cy="1500796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BC11C6B6-E4F7-0ED3-83AB-6829BB52F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77798" y="122111"/>
              <a:ext cx="1494512" cy="1500796"/>
            </a:xfrm>
            <a:prstGeom prst="rect">
              <a:avLst/>
            </a:prstGeom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B52E30FE-625E-F14F-6449-88949E9AC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51632" y="319184"/>
              <a:ext cx="3416112" cy="755685"/>
            </a:xfrm>
            <a:prstGeom prst="rect">
              <a:avLst/>
            </a:prstGeom>
          </p:spPr>
        </p:pic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EC0BDE4E-2D61-477D-4180-48932D43C1EC}"/>
                </a:ext>
              </a:extLst>
            </p:cNvPr>
            <p:cNvSpPr/>
            <p:nvPr/>
          </p:nvSpPr>
          <p:spPr>
            <a:xfrm>
              <a:off x="1849633" y="1019699"/>
              <a:ext cx="3633269" cy="4887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RENMIN UNIVERSITY OF CHINA</a:t>
              </a: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7D083B51-F246-C43B-97B3-7A672D84286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35360" y="783838"/>
            <a:ext cx="11788914" cy="5415601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RandomForest</a:t>
            </a:r>
            <a:r>
              <a:rPr lang="zh-CN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：</a:t>
            </a:r>
            <a:endParaRPr lang="en-US" altLang="zh-CN" sz="2000" b="1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走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Tree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管道：生成面积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log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、费用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per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sqm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等；对齐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train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和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test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；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median/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众数填补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+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OrdinalEncoder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；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Bootstrap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=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True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；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RandomizedSearchCV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；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XGBoost</a:t>
            </a:r>
            <a:r>
              <a:rPr lang="zh-CN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：</a:t>
            </a:r>
            <a:endParaRPr lang="en-US" altLang="zh-CN" sz="2000" b="1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同上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+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用 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lon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/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lat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 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对每个城市做 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MiniBatchKMeans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；对齐；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 median/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众数填补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+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OneHotEncoder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（高维但稳健）；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early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stopping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：防止过拟合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+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节省时间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NestedCV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：外层分为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outer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train/outer 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test;outer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 train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进行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IQR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过滤后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inner tuning(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采用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optuna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)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，得到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best_params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(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包含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early_stopping_rounds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)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；将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outer-train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切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10%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作为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early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stopping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验证集，得到最优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iteration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；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Optuna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：用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Optuna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最终调参，在整个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train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集上重新跑一遍上述流程，得出最终结果。</a:t>
            </a:r>
            <a:endParaRPr lang="zh-CN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</p:txBody>
      </p:sp>
      <p:sp>
        <p:nvSpPr>
          <p:cNvPr id="5" name="文本占位符 5">
            <a:extLst>
              <a:ext uri="{FF2B5EF4-FFF2-40B4-BE49-F238E27FC236}">
                <a16:creationId xmlns:a16="http://schemas.microsoft.com/office/drawing/2014/main" id="{B1769DF3-FC7E-12F9-BBB8-CCF450885AE6}"/>
              </a:ext>
            </a:extLst>
          </p:cNvPr>
          <p:cNvSpPr txBox="1"/>
          <p:nvPr/>
        </p:nvSpPr>
        <p:spPr>
          <a:xfrm>
            <a:off x="1086888" y="171679"/>
            <a:ext cx="8388985" cy="73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RandomForest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、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XGboost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96131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5746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22B31-726B-A7C8-7EF7-04B810356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42A68C5-8C69-9CAA-7180-40A2E41BE10C}"/>
              </a:ext>
            </a:extLst>
          </p:cNvPr>
          <p:cNvGrpSpPr/>
          <p:nvPr/>
        </p:nvGrpSpPr>
        <p:grpSpPr>
          <a:xfrm>
            <a:off x="335361" y="116633"/>
            <a:ext cx="11521279" cy="6589041"/>
            <a:chOff x="335361" y="116633"/>
            <a:chExt cx="11521279" cy="6589041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2310F40-C16D-0847-4347-64E0E75059FF}"/>
                </a:ext>
              </a:extLst>
            </p:cNvPr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>
                <a:extLst>
                  <a:ext uri="{FF2B5EF4-FFF2-40B4-BE49-F238E27FC236}">
                    <a16:creationId xmlns:a16="http://schemas.microsoft.com/office/drawing/2014/main" id="{5BB32FC5-ABC4-7B28-B599-CB1391BE0EFF}"/>
                  </a:ext>
                </a:extLst>
              </p:cNvPr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DBE61715-07EC-B199-00A0-DCFD8D59829E}"/>
                  </a:ext>
                </a:extLst>
              </p:cNvPr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0F871F95-020B-443E-F297-74872B75F4DA}"/>
                </a:ext>
              </a:extLst>
            </p:cNvPr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4D9082E-DDDC-D8B6-BA78-B1896A6CC659}"/>
                </a:ext>
              </a:extLst>
            </p:cNvPr>
            <p:cNvSpPr txBox="1"/>
            <p:nvPr/>
          </p:nvSpPr>
          <p:spPr>
            <a:xfrm>
              <a:off x="10805366" y="642867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505095E8-C2C6-1EB6-6260-9D57D9D96F6F}"/>
              </a:ext>
            </a:extLst>
          </p:cNvPr>
          <p:cNvGrpSpPr/>
          <p:nvPr/>
        </p:nvGrpSpPr>
        <p:grpSpPr>
          <a:xfrm>
            <a:off x="9419025" y="41061"/>
            <a:ext cx="2458511" cy="708866"/>
            <a:chOff x="277798" y="122111"/>
            <a:chExt cx="5205104" cy="1500796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8B29C3BE-4D44-FF3A-685C-5F5208E82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77798" y="122111"/>
              <a:ext cx="1494512" cy="1500796"/>
            </a:xfrm>
            <a:prstGeom prst="rect">
              <a:avLst/>
            </a:prstGeom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A54E3102-F424-A02A-6C05-C87911D74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51632" y="319184"/>
              <a:ext cx="3416112" cy="755685"/>
            </a:xfrm>
            <a:prstGeom prst="rect">
              <a:avLst/>
            </a:prstGeom>
          </p:spPr>
        </p:pic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35CBB005-0B2B-E79B-611B-936D1ACDCE21}"/>
                </a:ext>
              </a:extLst>
            </p:cNvPr>
            <p:cNvSpPr/>
            <p:nvPr/>
          </p:nvSpPr>
          <p:spPr>
            <a:xfrm>
              <a:off x="1849633" y="1019699"/>
              <a:ext cx="3633269" cy="4887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RENMIN UNIVERSITY OF CHINA</a:t>
              </a: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A2DE775E-3BBD-94E5-2FB1-5D56A126144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35360" y="783838"/>
            <a:ext cx="11788914" cy="5415601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ANN</a:t>
            </a:r>
            <a:r>
              <a:rPr lang="zh-CN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：</a:t>
            </a:r>
            <a:endParaRPr lang="en-US" altLang="zh-CN" sz="2000" b="1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除了构建变量外，加入了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CityCenterDistanceTransformer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，用数据中每个城市经纬度的均值当作城市中心；使用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haversine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计算球面距离，输出距城市中心距离；加入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KMeansGeoTransformer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，使用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minibatch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自动选择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k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；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median/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众数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+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StandardScalar+OHE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；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构建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SafeTruncatedSVD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，把稀疏矩阵降维成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dense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float32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；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MLP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：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Linear+ReLU+Dropout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；输出头为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Linear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；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AdamW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优化器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+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earlystopping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用于使结果更稳健。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Stacking</a:t>
            </a:r>
            <a:r>
              <a:rPr lang="zh-CN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：</a:t>
            </a:r>
            <a:endParaRPr lang="en-US" altLang="zh-CN" sz="2000" b="1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Base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：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xgb+lgbm+cat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（互补）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+bagging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（降低方差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+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提高泛化能力）；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meta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：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ridge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City-stratified OOF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：针对“城市”这种强分组变量，普通</a:t>
            </a:r>
            <a:r>
              <a:rPr lang="en-US" altLang="zh-CN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KFold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可能导致折间城市分布差异；使用城市分层提升稳定性；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Lato Light" charset="0"/>
              </a:rPr>
              <a:t> </a:t>
            </a:r>
            <a:endParaRPr lang="zh-CN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黑体" panose="02010609060101010101" charset="-122"/>
              <a:ea typeface="黑体" panose="02010609060101010101" charset="-122"/>
              <a:cs typeface="Lato Light" charset="0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zh-CN" dirty="0"/>
          </a:p>
        </p:txBody>
      </p:sp>
      <p:sp>
        <p:nvSpPr>
          <p:cNvPr id="5" name="文本占位符 5">
            <a:extLst>
              <a:ext uri="{FF2B5EF4-FFF2-40B4-BE49-F238E27FC236}">
                <a16:creationId xmlns:a16="http://schemas.microsoft.com/office/drawing/2014/main" id="{62BDB7D7-2B86-BD5B-8078-D2320B3781B7}"/>
              </a:ext>
            </a:extLst>
          </p:cNvPr>
          <p:cNvSpPr txBox="1"/>
          <p:nvPr/>
        </p:nvSpPr>
        <p:spPr>
          <a:xfrm>
            <a:off x="1086888" y="171679"/>
            <a:ext cx="8388985" cy="73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ANN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、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Stacking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Model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96131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7948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60" b="8260"/>
          <a:stretch>
            <a:fillRect/>
          </a:stretch>
        </p:blipFill>
        <p:spPr bwMode="auto">
          <a:xfrm>
            <a:off x="0" y="2013272"/>
            <a:ext cx="12187003" cy="317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/>
          <p:cNvSpPr/>
          <p:nvPr/>
        </p:nvSpPr>
        <p:spPr>
          <a:xfrm>
            <a:off x="0" y="2007321"/>
            <a:ext cx="12191999" cy="3183250"/>
          </a:xfrm>
          <a:prstGeom prst="rect">
            <a:avLst/>
          </a:prstGeom>
          <a:gradFill>
            <a:gsLst>
              <a:gs pos="0">
                <a:srgbClr val="A3050E"/>
              </a:gs>
              <a:gs pos="74000">
                <a:srgbClr val="A3050E">
                  <a:alpha val="60000"/>
                </a:srgbClr>
              </a:gs>
              <a:gs pos="37000">
                <a:srgbClr val="A3050E">
                  <a:alpha val="80000"/>
                </a:srgbClr>
              </a:gs>
              <a:gs pos="100000">
                <a:srgbClr val="A3050E">
                  <a:alpha val="90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44" name="直接连接符 43"/>
          <p:cNvCxnSpPr>
            <a:endCxn id="22" idx="1"/>
          </p:cNvCxnSpPr>
          <p:nvPr/>
        </p:nvCxnSpPr>
        <p:spPr>
          <a:xfrm>
            <a:off x="-884420" y="5455934"/>
            <a:ext cx="6228990" cy="43224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cxnSp>
        <p:nvCxnSpPr>
          <p:cNvPr id="45" name="直接连接符 44"/>
          <p:cNvCxnSpPr>
            <a:stCxn id="22" idx="3"/>
          </p:cNvCxnSpPr>
          <p:nvPr/>
        </p:nvCxnSpPr>
        <p:spPr>
          <a:xfrm flipV="1">
            <a:off x="6870876" y="5455934"/>
            <a:ext cx="5975694" cy="43224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grpSp>
        <p:nvGrpSpPr>
          <p:cNvPr id="18" name="组合 17"/>
          <p:cNvGrpSpPr/>
          <p:nvPr/>
        </p:nvGrpSpPr>
        <p:grpSpPr>
          <a:xfrm>
            <a:off x="3586143" y="445639"/>
            <a:ext cx="4751224" cy="1310637"/>
            <a:chOff x="1013385" y="386506"/>
            <a:chExt cx="4228542" cy="1166454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3385" y="386506"/>
              <a:ext cx="1161573" cy="1166454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301895" y="541744"/>
              <a:ext cx="2896218" cy="640678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2301895" y="1128876"/>
              <a:ext cx="2940032" cy="3013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RENMIN UNIVERSITY OF CHINA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12312" y="5298734"/>
            <a:ext cx="1390821" cy="400848"/>
          </a:xfrm>
          <a:prstGeom prst="rect">
            <a:avLst/>
          </a:prstGeom>
        </p:spPr>
      </p:pic>
      <p:sp>
        <p:nvSpPr>
          <p:cNvPr id="2" name="Rectangle 10"/>
          <p:cNvSpPr/>
          <p:nvPr/>
        </p:nvSpPr>
        <p:spPr>
          <a:xfrm>
            <a:off x="2052720" y="4151252"/>
            <a:ext cx="80865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2000" b="1" dirty="0">
                <a:solidFill>
                  <a:prstClr val="white"/>
                </a:solidFill>
                <a:latin typeface="微软雅黑 Light" panose="020B0502040204020203" charset="-122"/>
              </a:rPr>
              <a:t>THANKS FOR YOUR LISTENING</a:t>
            </a:r>
            <a:r>
              <a:rPr lang="en-US" altLang="zh-CN" sz="2000" b="1" i="1" dirty="0">
                <a:solidFill>
                  <a:prstClr val="white"/>
                </a:solidFill>
                <a:latin typeface="微软雅黑 Light" panose="020B0502040204020203" charset="-122"/>
              </a:rPr>
              <a:t>!</a:t>
            </a:r>
          </a:p>
        </p:txBody>
      </p:sp>
      <p:sp>
        <p:nvSpPr>
          <p:cNvPr id="3" name="Rectangle 9"/>
          <p:cNvSpPr/>
          <p:nvPr/>
        </p:nvSpPr>
        <p:spPr>
          <a:xfrm>
            <a:off x="0" y="2758130"/>
            <a:ext cx="12215443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72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rPr>
              <a:t>  感谢观看</a:t>
            </a:r>
            <a:r>
              <a:rPr lang="zh-CN" altLang="en-US" sz="7200" b="1" i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rPr>
              <a:t>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WQ4OGM3MGM4YzljZjY0YjIwNTM0ZGNhYjExNDRmOTIifQ=="/>
  <p:tag name="RESOURCE_RECORD_KEY" val="{&quot;29&quot;:[5000004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6067716535434,&quot;left&quot;:23.922362204724415,&quot;top&quot;:325.1,&quot;width&quot;:885.93574803149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6067716535434,&quot;left&quot;:23.922362204724415,&quot;top&quot;:325.1,&quot;width&quot;:885.93574803149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6067716535434,&quot;left&quot;:23.922362204724415,&quot;top&quot;:325.1,&quot;width&quot;:885.935748031496}"/>
</p:tagLst>
</file>

<file path=ppt/theme/theme1.xml><?xml version="1.0" encoding="utf-8"?>
<a:theme xmlns:a="http://schemas.openxmlformats.org/drawingml/2006/main" name="2_Office 主题​​">
  <a:themeElements>
    <a:clrScheme name="西大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34C9C"/>
      </a:accent1>
      <a:accent2>
        <a:srgbClr val="FFA405"/>
      </a:accent2>
      <a:accent3>
        <a:srgbClr val="B5B5B5"/>
      </a:accent3>
      <a:accent4>
        <a:srgbClr val="D4D9DD"/>
      </a:accent4>
      <a:accent5>
        <a:srgbClr val="66BE96"/>
      </a:accent5>
      <a:accent6>
        <a:srgbClr val="104685"/>
      </a:accent6>
      <a:hlink>
        <a:srgbClr val="0563C1"/>
      </a:hlink>
      <a:folHlink>
        <a:srgbClr val="954F72"/>
      </a:folHlink>
    </a:clrScheme>
    <a:fontScheme name="西大模板">
      <a:majorFont>
        <a:latin typeface="Segoe UI Black"/>
        <a:ea typeface="思源宋体 CN Heavy"/>
        <a:cs typeface=""/>
      </a:majorFont>
      <a:minorFont>
        <a:latin typeface="Segoe UI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2000"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614</Words>
  <Application>Microsoft Macintosh PowerPoint</Application>
  <PresentationFormat>宽屏</PresentationFormat>
  <Paragraphs>43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等线</vt:lpstr>
      <vt:lpstr>管峻楷书简体</vt:lpstr>
      <vt:lpstr>黑体</vt:lpstr>
      <vt:lpstr>微软雅黑</vt:lpstr>
      <vt:lpstr>微软雅黑 Light</vt:lpstr>
      <vt:lpstr>Arial</vt:lpstr>
      <vt:lpstr>Calibri</vt:lpstr>
      <vt:lpstr>Segoe UI</vt:lpstr>
      <vt:lpstr>Segoe UI Black</vt:lpstr>
      <vt:lpstr>Segoe UI Light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Peiyao Jin</cp:lastModifiedBy>
  <cp:revision>72</cp:revision>
  <cp:lastPrinted>2025-12-14T15:28:16Z</cp:lastPrinted>
  <dcterms:created xsi:type="dcterms:W3CDTF">2020-11-02T12:56:00Z</dcterms:created>
  <dcterms:modified xsi:type="dcterms:W3CDTF">2025-12-24T15:30:44Z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077B2D328B8A4E23968F2E786DC9DAB4_12</vt:lpwstr>
  </property>
  <property fmtid="{D5CDD505-2E9C-101B-9397-08002B2CF9AE}" pid="3" name="KSOProductBuildVer">
    <vt:lpwstr>2052-12.1.0.24034</vt:lpwstr>
  </property>
</Properties>
</file>