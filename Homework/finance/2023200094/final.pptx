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41" autoAdjust="0"/>
    <p:restoredTop sz="94658"/>
  </p:normalViewPr>
  <p:slideViewPr>
    <p:cSldViewPr snapToGrid="0">
      <p:cViewPr varScale="1">
        <p:scale>
          <a:sx n="90" d="100"/>
          <a:sy n="90" d="100"/>
        </p:scale>
        <p:origin x="23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CCBA4-C3E5-576F-5956-94B5E6BF0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B914A0-C98B-9328-38C9-1BCDB2050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472279-437D-FA59-9AFF-46081C1FE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EC5434-18BF-A56F-3472-EF2CCE32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2EFC1-C60F-C03A-AFCE-4036A32E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276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8BD68-8F91-EDEB-5741-1F4C0FA69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F7A6CE-8313-D36F-CF17-19A250632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9422E4-4CAA-88A0-61DE-7F6C6136D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0A2659-F2E1-9F7D-4144-C51AFB81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71A498-2431-6F3E-F851-28EDC4F9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666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34693-1DFA-C527-50EA-91185FD1B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939304-B461-0982-1150-690D283F7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7E8160-3F14-E753-6300-0B30C6009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5A69C-B78E-14C0-5D8F-09F4890C6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5C355A-3234-9BA2-7340-7BD538B6A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0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8E623-152A-BB29-CA8E-8527E879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F3B652-B0E7-3DF0-64BF-199A60124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B9A9A3-E232-7791-DAB7-4C966429C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8820B1-16F7-7C4A-DD85-D575BFE1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95BFF4-2DE2-3A58-F36C-A9EB33C5F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6D09B1-8C86-2519-25A3-2A76CDB8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092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55C37-9F8F-B9E4-31D1-96E45084C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3FC7D1-7F40-3AE4-16F1-F8402BA61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9B4A17-682E-508A-6BDD-F3E0030EC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1397E4-7C49-0638-16D3-CD775311D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ABBD63-3777-C73B-C44C-7DBB584EE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B56BD6-16BF-7E2D-A777-1BFFDC71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6EC2C0-32B2-D96F-AFA2-A70361C57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44980E-7BD4-2974-2803-C37562A1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86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6F4753-9E1D-9971-0AB2-E860D38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621B0E-F0D9-8B33-65F2-E513D382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B8FDB2-E599-D562-998F-CBCAC258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8BE2E8-16BA-2729-0176-ED9361D5C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94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7ED6F4-900E-8F0E-5B2F-B37963036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86887C-7E0F-F75E-E4F6-5677F7B4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F33FA1-F7C6-898C-0203-3865C6B0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061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9768F-D504-C610-F1B6-BDECFB1A8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E6CD2A-FE34-9F0B-07C0-5A6CB98BC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CD3636-221F-68D5-3FC3-3C24C544C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3F8CE0-56BF-8102-DBA0-57ADF57C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563E46-BB20-3F2F-329E-90B58A15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797098-F010-E974-E3F3-D4333CEB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28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FC626-579A-C6F9-8648-1A2B15641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CC9A54A-CDD0-08BB-E197-78E6029C97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ACE7BB-13A5-49AD-BD59-D0F160665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96C34C-9037-2C6F-2A33-9EC0B01A4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0666A2-6D8E-5348-6CCC-E86704BC5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E9DDAB-BCA6-0B40-7A57-4B6F3AD0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5D91B-7A02-C54A-C83F-8883AC27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037C2A-72BE-5B22-2F48-90A33B67F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7A031B-0BF8-2393-5627-95DA906F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994204-CD12-116B-8810-C7AD3D60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5C8D92-4542-F3E1-DA60-9EB69B39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245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AE8503-E6BF-D659-A446-9686BA573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9724FF-C39E-2074-9865-9B5BE1E26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2F85C1-73D9-EBB9-5EB0-93EDEC73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37CF5-AD26-D48C-0D9A-B9C0C29A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5D7EC-7562-2946-77F9-EEE9E171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36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E5AA36-1F17-42D5-C755-4033C9BBF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FFFD26-81F7-7E06-0AEF-12B1F59F0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CB52EF-9DD3-D4EC-B416-9E409F8D2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2F6D6-B177-45AA-8FCD-DF8EF3FA1AFF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F5C433-8B77-AA1E-3DAF-284546346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78B530-CE1B-325F-8B02-5B2712DF9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F50EA-A6DF-4F0E-B0DA-093975B9D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89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___.xls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A775E-CFE9-3B47-F465-C59D80F7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6EE2045-ED9F-2B40-504E-B4E82FAF89CC}"/>
              </a:ext>
            </a:extLst>
          </p:cNvPr>
          <p:cNvSpPr txBox="1"/>
          <p:nvPr/>
        </p:nvSpPr>
        <p:spPr>
          <a:xfrm>
            <a:off x="611102" y="260156"/>
            <a:ext cx="10969796" cy="268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Natural Language Process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将不同列的所有文本信息加上标签以后，合并为一列“文本信息”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Hugging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Face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加载大模型</a:t>
            </a:r>
            <a:r>
              <a:rPr lang="e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BAAI/bge-small-zh-v1.5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（北京智源人工智能研究院的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Embedding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Model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jieba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分词后的所有训练集文本信息，对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Model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进行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TSDAE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微调，使其更加适应房产语料（</a:t>
            </a:r>
            <a:r>
              <a:rPr lang="en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del_ratio</a:t>
            </a:r>
            <a:r>
              <a:rPr lang="e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=0.6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Gemini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对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Price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Rent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的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2000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条数据分别进行打分，作为标签数据，将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BERT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头换为回归头预测并学习打分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使用训练好的专家模型分别对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Price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Rent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进行打分预测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同时将中间的语义向量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CLS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AutoEncoder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从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512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维压缩到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16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维（</a:t>
            </a:r>
            <a:r>
              <a:rPr lang="zh-CN" altLang="e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</a:t>
            </a:r>
            <a:r>
              <a:rPr lang="en" altLang="zh-CN" sz="1600" dirty="0"/>
              <a:t>GELU</a:t>
            </a:r>
            <a:r>
              <a:rPr lang="zh-CN" altLang="en-US" sz="1600" dirty="0"/>
              <a:t>，</a:t>
            </a:r>
            <a:r>
              <a:rPr lang="en" altLang="zh-CN" sz="1600" dirty="0"/>
              <a:t> </a:t>
            </a:r>
            <a:r>
              <a:rPr lang="en" altLang="zh-CN" sz="1600" dirty="0" err="1"/>
              <a:t>CosineMSELoss</a:t>
            </a:r>
            <a:r>
              <a:rPr lang="en" altLang="zh-CN" sz="1600" dirty="0"/>
              <a:t> </a:t>
            </a:r>
            <a:r>
              <a:rPr lang="zh-CN" altLang="en-US" sz="1600" dirty="0"/>
              <a:t>，加入部分噪声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FAC5644-0217-7705-509C-BB127C3AF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959" y="2957502"/>
            <a:ext cx="6717977" cy="37284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6CDB411-E81A-4C16-FD93-77FBC3274997}"/>
              </a:ext>
            </a:extLst>
          </p:cNvPr>
          <p:cNvSpPr txBox="1"/>
          <p:nvPr/>
        </p:nvSpPr>
        <p:spPr>
          <a:xfrm>
            <a:off x="511201" y="3689410"/>
            <a:ext cx="4522758" cy="2312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Feature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Engineering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对类别特征生成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Target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Encoding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的新特征</a:t>
            </a:r>
            <a:b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（中位数、平均数）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将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LightGM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预测中重要性排名前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300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的叶节点索引作为新特征，来捕捉复杂的非线性特征（</a:t>
            </a:r>
            <a:r>
              <a:rPr lang="e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Leaf Encoding </a:t>
            </a:r>
            <a:r>
              <a:rPr lang="zh-CN" altLang="e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生成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稀疏数据）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6100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8D5298A-9A69-FC32-070C-A2B9CEA7D86F}"/>
              </a:ext>
            </a:extLst>
          </p:cNvPr>
          <p:cNvSpPr txBox="1"/>
          <p:nvPr/>
        </p:nvSpPr>
        <p:spPr>
          <a:xfrm>
            <a:off x="611102" y="414392"/>
            <a:ext cx="10969796" cy="592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b="1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Modelding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LightGM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RandomForest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作为基础的树模型预测算法，使用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Optuna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自动调参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xFRM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作为一种核方法，根据梯度变化，调整特征空间中的维度，使得相似的样本更加密集</a:t>
            </a:r>
            <a:b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</a:b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github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库调用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+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手动修复补丁（抽样计算神经网络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+SVD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分解的</a:t>
            </a:r>
            <a:r>
              <a:rPr lang="e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Tikhonov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正则化）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TabM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模型（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2025ICLR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的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SOTA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算法）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lphaL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将数字特征分箱后嵌入（向量化）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lphaLcPeriod"/>
            </a:pPr>
            <a:r>
              <a:rPr lang="zh-CN" altLang="en-US" sz="1600" dirty="0"/>
              <a:t>批量集成</a:t>
            </a:r>
            <a:r>
              <a:rPr lang="en-US" altLang="zh-CN" sz="1600" dirty="0"/>
              <a:t>32 </a:t>
            </a:r>
            <a:r>
              <a:rPr lang="zh-CN" altLang="en-US" sz="1600" dirty="0"/>
              <a:t>个模型，分别使用不同权重参数，将所有模型的预测结果取均值作为输出结果</a:t>
            </a:r>
            <a:endParaRPr lang="en-US" altLang="zh-CN" sz="16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FT-transformer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算法作为另外一个深度学习算法的补充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lphaL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再次将数值特征分箱后与类别特征共同向量化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lphaL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使用自注意力机制学习特征与特征之间的动态交互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lphaL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最后将</a:t>
            </a:r>
            <a:r>
              <a:rPr lang="en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CLS Token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通过一个线性层输出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尝试如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DeepFM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TabFPN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等其他算法（最终未实现）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2E46ECC-8A32-DC03-AD28-00231345B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152" y="3903476"/>
            <a:ext cx="5234848" cy="285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13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A118C-61DC-602D-C2FB-D79516835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69BB593-FFFA-C799-5171-44FBA78F49A1}"/>
              </a:ext>
            </a:extLst>
          </p:cNvPr>
          <p:cNvSpPr txBox="1"/>
          <p:nvPr/>
        </p:nvSpPr>
        <p:spPr>
          <a:xfrm>
            <a:off x="611101" y="169276"/>
            <a:ext cx="10969796" cy="1572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Result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Stacking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使用前面数据训练的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Out-of-Fold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数据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使用手动加权平均、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Ridge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Scipy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中的</a:t>
            </a:r>
            <a:r>
              <a:rPr lang="en-US" altLang="zh-CN" sz="1600">
                <a:latin typeface="Times New Roman" panose="02020603050405020304" pitchFamily="18" charset="0"/>
                <a:ea typeface="微软雅黑" panose="020B0503020204020204" pitchFamily="34" charset="-122"/>
              </a:rPr>
              <a:t>Nelder-Mead</a:t>
            </a:r>
            <a:r>
              <a:rPr lang="zh-CN" altLang="en-US" sz="1600">
                <a:latin typeface="Times New Roman" panose="02020603050405020304" pitchFamily="18" charset="0"/>
                <a:ea typeface="微软雅黑" panose="020B0503020204020204" pitchFamily="34" charset="-122"/>
              </a:rPr>
              <a:t>算法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进行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stacking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选取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CV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MAE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最小的结果作为最终结果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81B9AF2-D0D4-8A51-47D4-381164E4D8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267570"/>
              </p:ext>
            </p:extLst>
          </p:nvPr>
        </p:nvGraphicFramePr>
        <p:xfrm>
          <a:off x="1396999" y="1795284"/>
          <a:ext cx="9398000" cy="477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2" imgW="9398000" imgH="4775200" progId="Excel.Sheet.12">
                  <p:embed/>
                </p:oleObj>
              </mc:Choice>
              <mc:Fallback>
                <p:oleObj name="工作表" r:id="rId2" imgW="9398000" imgH="4775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96999" y="1795284"/>
                        <a:ext cx="9398000" cy="477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3837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396</Words>
  <Application>Microsoft Macintosh PowerPoint</Application>
  <PresentationFormat>宽屏</PresentationFormat>
  <Paragraphs>25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Microsoft Excel 工作表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13051486493@163.com</dc:creator>
  <cp:lastModifiedBy>纳川 陈</cp:lastModifiedBy>
  <cp:revision>6</cp:revision>
  <dcterms:created xsi:type="dcterms:W3CDTF">2025-10-29T08:08:39Z</dcterms:created>
  <dcterms:modified xsi:type="dcterms:W3CDTF">2025-12-24T08:43:01Z</dcterms:modified>
</cp:coreProperties>
</file>