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363" r:id="rId3"/>
    <p:sldId id="369" r:id="rId4"/>
    <p:sldId id="400" r:id="rId5"/>
    <p:sldId id="403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8" userDrawn="1">
          <p15:clr>
            <a:srgbClr val="A4A3A4"/>
          </p15:clr>
        </p15:guide>
        <p15:guide id="2" pos="382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904" autoAdjust="0"/>
  </p:normalViewPr>
  <p:slideViewPr>
    <p:cSldViewPr snapToGrid="0" showGuides="1">
      <p:cViewPr>
        <p:scale>
          <a:sx n="70" d="100"/>
          <a:sy n="70" d="100"/>
        </p:scale>
        <p:origin x="726" y="510"/>
      </p:cViewPr>
      <p:guideLst>
        <p:guide orient="horz" pos="2178"/>
        <p:guide pos="382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grpSp>
        <p:nvGrpSpPr>
          <p:cNvPr id="6" name="组合 5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7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8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9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0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1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2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3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4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5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6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7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8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9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0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21" name="文本框 20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23" name="矩形: 圆角 22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组合 1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25" name="椭圆 24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6" name="组合 25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27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4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5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6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7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8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0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1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2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3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4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5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6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7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9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0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2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3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4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5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6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7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8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1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2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3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4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5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6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67" name="文本占位符 65"/>
          <p:cNvSpPr>
            <a:spLocks noGrp="1"/>
          </p:cNvSpPr>
          <p:nvPr userDrawn="1">
            <p:ph type="body" idx="13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图片占位符 13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097285" cy="6858000"/>
          </a:xfrm>
        </p:spPr>
        <p:txBody>
          <a:bodyPr/>
          <a:lstStyle/>
          <a:p>
            <a:endParaRPr lang="zh-CN" altLang="en-US"/>
          </a:p>
        </p:txBody>
      </p:sp>
      <p:grpSp>
        <p:nvGrpSpPr>
          <p:cNvPr id="19" name="组合 18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0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3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过渡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片占位符 11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4056063"/>
          </a:xfrm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一张长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4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3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4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5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6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7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sp>
        <p:nvSpPr>
          <p:cNvPr id="23" name="图片占位符 22"/>
          <p:cNvSpPr>
            <a:spLocks noGrp="1"/>
          </p:cNvSpPr>
          <p:nvPr>
            <p:ph type="pic" sz="quarter" idx="13"/>
          </p:nvPr>
        </p:nvSpPr>
        <p:spPr>
          <a:xfrm>
            <a:off x="660400" y="1130300"/>
            <a:ext cx="10858500" cy="2817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9" name="文本框 128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67" name="矩形: 圆角 66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8" name="组合 67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69" name="椭圆 68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0" name="组合 69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71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2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4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5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6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7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8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9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0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1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3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0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1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2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3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4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6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7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8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9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0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1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2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3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4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5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6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7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8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9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0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1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2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3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4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5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6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57" name="文本占位符 65"/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一张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图片占位符 7"/>
          <p:cNvSpPr>
            <a:spLocks noGrp="1"/>
          </p:cNvSpPr>
          <p:nvPr>
            <p:ph type="pic" sz="quarter" idx="13"/>
          </p:nvPr>
        </p:nvSpPr>
        <p:spPr>
          <a:xfrm>
            <a:off x="838200" y="1301750"/>
            <a:ext cx="5243513" cy="46704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grpSp>
        <p:nvGrpSpPr>
          <p:cNvPr id="23" name="组合 22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4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3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4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5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6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7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84" name="文本框 83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85" name="矩形: 圆角 84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6" name="组合 85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7" name="椭圆 86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8" name="组合 87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9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4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5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6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7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9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0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1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2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3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4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5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7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8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29" name="文本占位符 65"/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36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7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8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9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0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1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2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3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4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5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6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7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8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9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18" name="图片占位符 16"/>
          <p:cNvSpPr>
            <a:spLocks noGrp="1"/>
          </p:cNvSpPr>
          <p:nvPr>
            <p:ph type="pic" sz="quarter" idx="14"/>
          </p:nvPr>
        </p:nvSpPr>
        <p:spPr>
          <a:xfrm>
            <a:off x="4698494" y="3681942"/>
            <a:ext cx="6819900" cy="24415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7" name="图片占位符 16"/>
          <p:cNvSpPr>
            <a:spLocks noGrp="1"/>
          </p:cNvSpPr>
          <p:nvPr>
            <p:ph type="pic" sz="quarter" idx="13"/>
          </p:nvPr>
        </p:nvSpPr>
        <p:spPr>
          <a:xfrm>
            <a:off x="668338" y="1123950"/>
            <a:ext cx="6819900" cy="24415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sp>
        <p:nvSpPr>
          <p:cNvPr id="34" name="文本框 33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85" name="矩形: 圆角 84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6" name="组合 85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7" name="椭圆 86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8" name="组合 87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9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4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5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6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7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9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0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1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2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3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4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5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7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8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29" name="文本占位符 65"/>
          <p:cNvSpPr>
            <a:spLocks noGrp="1"/>
          </p:cNvSpPr>
          <p:nvPr>
            <p:ph type="body" idx="15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张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4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5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6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7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8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9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0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sp>
        <p:nvSpPr>
          <p:cNvPr id="10" name="图片占位符 9"/>
          <p:cNvSpPr>
            <a:spLocks noGrp="1"/>
          </p:cNvSpPr>
          <p:nvPr>
            <p:ph type="pic" sz="quarter" idx="13"/>
          </p:nvPr>
        </p:nvSpPr>
        <p:spPr>
          <a:xfrm>
            <a:off x="661988" y="1139750"/>
            <a:ext cx="3517900" cy="2725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9"/>
          <p:cNvSpPr>
            <a:spLocks noGrp="1"/>
          </p:cNvSpPr>
          <p:nvPr>
            <p:ph type="pic" sz="quarter" idx="14"/>
          </p:nvPr>
        </p:nvSpPr>
        <p:spPr>
          <a:xfrm>
            <a:off x="4330561" y="1139750"/>
            <a:ext cx="3517900" cy="2725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9"/>
          <p:cNvSpPr>
            <a:spLocks noGrp="1"/>
          </p:cNvSpPr>
          <p:nvPr>
            <p:ph type="pic" sz="quarter" idx="15"/>
          </p:nvPr>
        </p:nvSpPr>
        <p:spPr>
          <a:xfrm>
            <a:off x="7999134" y="1139750"/>
            <a:ext cx="3517900" cy="2725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120" name="矩形: 圆角 119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21" name="组合 120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122" name="椭圆 121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23" name="组合 122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124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5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7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8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9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0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1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2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3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4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6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7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8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9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0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1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2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3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4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5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6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7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8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9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0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1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2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3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4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5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6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7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8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9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0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1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2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3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64" name="文本占位符 65"/>
          <p:cNvSpPr>
            <a:spLocks noGrp="1"/>
          </p:cNvSpPr>
          <p:nvPr>
            <p:ph type="body" idx="16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四张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0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3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sp>
        <p:nvSpPr>
          <p:cNvPr id="6" name="矩形 5"/>
          <p:cNvSpPr/>
          <p:nvPr userDrawn="1"/>
        </p:nvSpPr>
        <p:spPr>
          <a:xfrm>
            <a:off x="660400" y="1130300"/>
            <a:ext cx="5367020" cy="24358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660400" y="3734122"/>
            <a:ext cx="5367020" cy="239997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6151880" y="1130300"/>
            <a:ext cx="5367020" cy="24358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 userDrawn="1"/>
        </p:nvSpPr>
        <p:spPr>
          <a:xfrm>
            <a:off x="6151880" y="3734122"/>
            <a:ext cx="5367020" cy="239997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图片占位符 14"/>
          <p:cNvSpPr>
            <a:spLocks noGrp="1"/>
          </p:cNvSpPr>
          <p:nvPr>
            <p:ph type="pic" sz="quarter" idx="13"/>
          </p:nvPr>
        </p:nvSpPr>
        <p:spPr>
          <a:xfrm>
            <a:off x="952392" y="1412875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6" name="图片占位符 14"/>
          <p:cNvSpPr>
            <a:spLocks noGrp="1"/>
          </p:cNvSpPr>
          <p:nvPr>
            <p:ph type="pic" sz="quarter" idx="14"/>
          </p:nvPr>
        </p:nvSpPr>
        <p:spPr>
          <a:xfrm>
            <a:off x="6422971" y="1412875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7" name="图片占位符 14"/>
          <p:cNvSpPr>
            <a:spLocks noGrp="1"/>
          </p:cNvSpPr>
          <p:nvPr>
            <p:ph type="pic" sz="quarter" idx="15"/>
          </p:nvPr>
        </p:nvSpPr>
        <p:spPr>
          <a:xfrm>
            <a:off x="6422971" y="4000607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8" name="图片占位符 14"/>
          <p:cNvSpPr>
            <a:spLocks noGrp="1"/>
          </p:cNvSpPr>
          <p:nvPr>
            <p:ph type="pic" sz="quarter" idx="16"/>
          </p:nvPr>
        </p:nvSpPr>
        <p:spPr>
          <a:xfrm>
            <a:off x="952392" y="4000607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4" name="文本框 33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81" name="矩形: 圆角 80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2" name="组合 81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3" name="椭圆 82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4" name="组合 83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5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6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7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9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4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5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6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7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9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0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1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2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3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4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25" name="文本占位符 65"/>
          <p:cNvSpPr>
            <a:spLocks noGrp="1"/>
          </p:cNvSpPr>
          <p:nvPr>
            <p:ph type="body" idx="17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单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grpSp>
        <p:nvGrpSpPr>
          <p:cNvPr id="6" name="组合 5"/>
          <p:cNvGrpSpPr/>
          <p:nvPr userDrawn="1"/>
        </p:nvGrpSpPr>
        <p:grpSpPr>
          <a:xfrm>
            <a:off x="399002" y="1086761"/>
            <a:ext cx="4957524" cy="4606485"/>
            <a:chOff x="703035" y="1086761"/>
            <a:chExt cx="4957524" cy="4606485"/>
          </a:xfrm>
        </p:grpSpPr>
        <p:sp>
          <p:nvSpPr>
            <p:cNvPr id="7" name="任意多边形: 形状 6"/>
            <p:cNvSpPr/>
            <p:nvPr/>
          </p:nvSpPr>
          <p:spPr>
            <a:xfrm rot="10015880">
              <a:off x="3385211" y="1086761"/>
              <a:ext cx="2275348" cy="4564647"/>
            </a:xfrm>
            <a:custGeom>
              <a:avLst/>
              <a:gdLst>
                <a:gd name="connsiteX0" fmla="*/ 2209501 w 2209501"/>
                <a:gd name="connsiteY0" fmla="*/ 0 h 4432548"/>
                <a:gd name="connsiteX1" fmla="*/ 2209501 w 2209501"/>
                <a:gd name="connsiteY1" fmla="*/ 4432548 h 4432548"/>
                <a:gd name="connsiteX2" fmla="*/ 1989997 w 2209501"/>
                <a:gd name="connsiteY2" fmla="*/ 4421464 h 4432548"/>
                <a:gd name="connsiteX3" fmla="*/ 0 w 2209501"/>
                <a:gd name="connsiteY3" fmla="*/ 2216274 h 4432548"/>
                <a:gd name="connsiteX4" fmla="*/ 1989997 w 2209501"/>
                <a:gd name="connsiteY4" fmla="*/ 11085 h 4432548"/>
                <a:gd name="connsiteX0-1" fmla="*/ 2209501 w 2211099"/>
                <a:gd name="connsiteY0-2" fmla="*/ 0 h 4432548"/>
                <a:gd name="connsiteX1-3" fmla="*/ 2211099 w 2211099"/>
                <a:gd name="connsiteY1-4" fmla="*/ 2248887 h 4432548"/>
                <a:gd name="connsiteX2-5" fmla="*/ 2209501 w 2211099"/>
                <a:gd name="connsiteY2-6" fmla="*/ 4432548 h 4432548"/>
                <a:gd name="connsiteX3-7" fmla="*/ 1989997 w 2211099"/>
                <a:gd name="connsiteY3-8" fmla="*/ 4421464 h 4432548"/>
                <a:gd name="connsiteX4-9" fmla="*/ 0 w 2211099"/>
                <a:gd name="connsiteY4-10" fmla="*/ 2216274 h 4432548"/>
                <a:gd name="connsiteX5" fmla="*/ 1989997 w 2211099"/>
                <a:gd name="connsiteY5" fmla="*/ 11085 h 4432548"/>
                <a:gd name="connsiteX6" fmla="*/ 2209501 w 2211099"/>
                <a:gd name="connsiteY6" fmla="*/ 0 h 4432548"/>
                <a:gd name="connsiteX0-11" fmla="*/ 2211099 w 2302539"/>
                <a:gd name="connsiteY0-12" fmla="*/ 2248887 h 4432548"/>
                <a:gd name="connsiteX1-13" fmla="*/ 2209501 w 2302539"/>
                <a:gd name="connsiteY1-14" fmla="*/ 4432548 h 4432548"/>
                <a:gd name="connsiteX2-15" fmla="*/ 1989997 w 2302539"/>
                <a:gd name="connsiteY2-16" fmla="*/ 4421464 h 4432548"/>
                <a:gd name="connsiteX3-17" fmla="*/ 0 w 2302539"/>
                <a:gd name="connsiteY3-18" fmla="*/ 2216274 h 4432548"/>
                <a:gd name="connsiteX4-19" fmla="*/ 1989997 w 2302539"/>
                <a:gd name="connsiteY4-20" fmla="*/ 11085 h 4432548"/>
                <a:gd name="connsiteX5-21" fmla="*/ 2209501 w 2302539"/>
                <a:gd name="connsiteY5-22" fmla="*/ 0 h 4432548"/>
                <a:gd name="connsiteX6-23" fmla="*/ 2302539 w 2302539"/>
                <a:gd name="connsiteY6-24" fmla="*/ 2340327 h 4432548"/>
                <a:gd name="connsiteX0-25" fmla="*/ 2211099 w 2211099"/>
                <a:gd name="connsiteY0-26" fmla="*/ 2248887 h 4432548"/>
                <a:gd name="connsiteX1-27" fmla="*/ 2209501 w 2211099"/>
                <a:gd name="connsiteY1-28" fmla="*/ 4432548 h 4432548"/>
                <a:gd name="connsiteX2-29" fmla="*/ 1989997 w 2211099"/>
                <a:gd name="connsiteY2-30" fmla="*/ 4421464 h 4432548"/>
                <a:gd name="connsiteX3-31" fmla="*/ 0 w 2211099"/>
                <a:gd name="connsiteY3-32" fmla="*/ 2216274 h 4432548"/>
                <a:gd name="connsiteX4-33" fmla="*/ 1989997 w 2211099"/>
                <a:gd name="connsiteY4-34" fmla="*/ 11085 h 4432548"/>
                <a:gd name="connsiteX5-35" fmla="*/ 2209501 w 2211099"/>
                <a:gd name="connsiteY5-36" fmla="*/ 0 h 4432548"/>
                <a:gd name="connsiteX0-37" fmla="*/ 2209501 w 2209501"/>
                <a:gd name="connsiteY0-38" fmla="*/ 4432548 h 4432548"/>
                <a:gd name="connsiteX1-39" fmla="*/ 1989997 w 2209501"/>
                <a:gd name="connsiteY1-40" fmla="*/ 4421464 h 4432548"/>
                <a:gd name="connsiteX2-41" fmla="*/ 0 w 2209501"/>
                <a:gd name="connsiteY2-42" fmla="*/ 2216274 h 4432548"/>
                <a:gd name="connsiteX3-43" fmla="*/ 1989997 w 2209501"/>
                <a:gd name="connsiteY3-44" fmla="*/ 11085 h 4432548"/>
                <a:gd name="connsiteX4-45" fmla="*/ 2209501 w 2209501"/>
                <a:gd name="connsiteY4-46" fmla="*/ 0 h 4432548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2209501" h="4432548">
                  <a:moveTo>
                    <a:pt x="2209501" y="4432548"/>
                  </a:moveTo>
                  <a:lnTo>
                    <a:pt x="1989997" y="4421464"/>
                  </a:lnTo>
                  <a:cubicBezTo>
                    <a:pt x="872246" y="4307950"/>
                    <a:pt x="0" y="3363974"/>
                    <a:pt x="0" y="2216274"/>
                  </a:cubicBezTo>
                  <a:cubicBezTo>
                    <a:pt x="0" y="1068575"/>
                    <a:pt x="872246" y="124599"/>
                    <a:pt x="1989997" y="11085"/>
                  </a:cubicBezTo>
                  <a:lnTo>
                    <a:pt x="2209501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703035" y="1374365"/>
              <a:ext cx="4837299" cy="4318881"/>
              <a:chOff x="703035" y="1374365"/>
              <a:chExt cx="4837299" cy="4318881"/>
            </a:xfrm>
          </p:grpSpPr>
          <p:sp>
            <p:nvSpPr>
              <p:cNvPr id="10" name="任意多边形: 形状 9"/>
              <p:cNvSpPr/>
              <p:nvPr/>
            </p:nvSpPr>
            <p:spPr>
              <a:xfrm>
                <a:off x="1336624" y="1528777"/>
                <a:ext cx="4164314" cy="4164469"/>
              </a:xfrm>
              <a:custGeom>
                <a:avLst/>
                <a:gdLst>
                  <a:gd name="connsiteX0" fmla="*/ 1310015 w 2619936"/>
                  <a:gd name="connsiteY0" fmla="*/ 0 h 2620034"/>
                  <a:gd name="connsiteX1" fmla="*/ 1310015 w 2619936"/>
                  <a:gd name="connsiteY1" fmla="*/ 1311964 h 2620034"/>
                  <a:gd name="connsiteX2" fmla="*/ 2619936 w 2619936"/>
                  <a:gd name="connsiteY2" fmla="*/ 1311964 h 2620034"/>
                  <a:gd name="connsiteX3" fmla="*/ 2613271 w 2619936"/>
                  <a:gd name="connsiteY3" fmla="*/ 1443959 h 2620034"/>
                  <a:gd name="connsiteX4" fmla="*/ 1310017 w 2619936"/>
                  <a:gd name="connsiteY4" fmla="*/ 2620034 h 2620034"/>
                  <a:gd name="connsiteX5" fmla="*/ 0 w 2619936"/>
                  <a:gd name="connsiteY5" fmla="*/ 1310017 h 2620034"/>
                  <a:gd name="connsiteX6" fmla="*/ 1176076 w 2619936"/>
                  <a:gd name="connsiteY6" fmla="*/ 6764 h 2620034"/>
                  <a:gd name="connsiteX0-1" fmla="*/ 1310015 w 2619936"/>
                  <a:gd name="connsiteY0-2" fmla="*/ 1311964 h 2620034"/>
                  <a:gd name="connsiteX1-3" fmla="*/ 2619936 w 2619936"/>
                  <a:gd name="connsiteY1-4" fmla="*/ 1311964 h 2620034"/>
                  <a:gd name="connsiteX2-5" fmla="*/ 2613271 w 2619936"/>
                  <a:gd name="connsiteY2-6" fmla="*/ 1443959 h 2620034"/>
                  <a:gd name="connsiteX3-7" fmla="*/ 1310017 w 2619936"/>
                  <a:gd name="connsiteY3-8" fmla="*/ 2620034 h 2620034"/>
                  <a:gd name="connsiteX4-9" fmla="*/ 0 w 2619936"/>
                  <a:gd name="connsiteY4-10" fmla="*/ 1310017 h 2620034"/>
                  <a:gd name="connsiteX5-11" fmla="*/ 1176076 w 2619936"/>
                  <a:gd name="connsiteY5-12" fmla="*/ 6764 h 2620034"/>
                  <a:gd name="connsiteX6-13" fmla="*/ 1310015 w 2619936"/>
                  <a:gd name="connsiteY6-14" fmla="*/ 0 h 2620034"/>
                  <a:gd name="connsiteX7" fmla="*/ 1401455 w 2619936"/>
                  <a:gd name="connsiteY7" fmla="*/ 1403404 h 2620034"/>
                  <a:gd name="connsiteX0-15" fmla="*/ 1310015 w 2619936"/>
                  <a:gd name="connsiteY0-16" fmla="*/ 1311964 h 2620034"/>
                  <a:gd name="connsiteX1-17" fmla="*/ 2619936 w 2619936"/>
                  <a:gd name="connsiteY1-18" fmla="*/ 1311964 h 2620034"/>
                  <a:gd name="connsiteX2-19" fmla="*/ 2613271 w 2619936"/>
                  <a:gd name="connsiteY2-20" fmla="*/ 1443959 h 2620034"/>
                  <a:gd name="connsiteX3-21" fmla="*/ 1310017 w 2619936"/>
                  <a:gd name="connsiteY3-22" fmla="*/ 2620034 h 2620034"/>
                  <a:gd name="connsiteX4-23" fmla="*/ 0 w 2619936"/>
                  <a:gd name="connsiteY4-24" fmla="*/ 1310017 h 2620034"/>
                  <a:gd name="connsiteX5-25" fmla="*/ 1176076 w 2619936"/>
                  <a:gd name="connsiteY5-26" fmla="*/ 6764 h 2620034"/>
                  <a:gd name="connsiteX6-27" fmla="*/ 1310015 w 2619936"/>
                  <a:gd name="connsiteY6-28" fmla="*/ 0 h 2620034"/>
                  <a:gd name="connsiteX0-29" fmla="*/ 2619936 w 2619936"/>
                  <a:gd name="connsiteY0-30" fmla="*/ 1311964 h 2620034"/>
                  <a:gd name="connsiteX1-31" fmla="*/ 2613271 w 2619936"/>
                  <a:gd name="connsiteY1-32" fmla="*/ 1443959 h 2620034"/>
                  <a:gd name="connsiteX2-33" fmla="*/ 1310017 w 2619936"/>
                  <a:gd name="connsiteY2-34" fmla="*/ 2620034 h 2620034"/>
                  <a:gd name="connsiteX3-35" fmla="*/ 0 w 2619936"/>
                  <a:gd name="connsiteY3-36" fmla="*/ 1310017 h 2620034"/>
                  <a:gd name="connsiteX4-37" fmla="*/ 1176076 w 2619936"/>
                  <a:gd name="connsiteY4-38" fmla="*/ 6764 h 2620034"/>
                  <a:gd name="connsiteX5-39" fmla="*/ 1310015 w 2619936"/>
                  <a:gd name="connsiteY5-40" fmla="*/ 0 h 2620034"/>
                </a:gdLst>
                <a:ahLst/>
                <a:cxnLst>
                  <a:cxn ang="0">
                    <a:pos x="connsiteX0-1" y="connsiteY0-2"/>
                  </a:cxn>
                  <a:cxn ang="0">
                    <a:pos x="connsiteX1-3" y="connsiteY1-4"/>
                  </a:cxn>
                  <a:cxn ang="0">
                    <a:pos x="connsiteX2-5" y="connsiteY2-6"/>
                  </a:cxn>
                  <a:cxn ang="0">
                    <a:pos x="connsiteX3-7" y="connsiteY3-8"/>
                  </a:cxn>
                  <a:cxn ang="0">
                    <a:pos x="connsiteX4-9" y="connsiteY4-10"/>
                  </a:cxn>
                  <a:cxn ang="0">
                    <a:pos x="connsiteX5-11" y="connsiteY5-12"/>
                  </a:cxn>
                </a:cxnLst>
                <a:rect l="l" t="t" r="r" b="b"/>
                <a:pathLst>
                  <a:path w="2619936" h="2620034">
                    <a:moveTo>
                      <a:pt x="2619936" y="1311964"/>
                    </a:moveTo>
                    <a:lnTo>
                      <a:pt x="2613271" y="1443959"/>
                    </a:lnTo>
                    <a:cubicBezTo>
                      <a:pt x="2546185" y="2104542"/>
                      <a:pt x="1988300" y="2620034"/>
                      <a:pt x="1310017" y="2620034"/>
                    </a:cubicBezTo>
                    <a:cubicBezTo>
                      <a:pt x="586515" y="2620034"/>
                      <a:pt x="0" y="2033519"/>
                      <a:pt x="0" y="1310017"/>
                    </a:cubicBezTo>
                    <a:cubicBezTo>
                      <a:pt x="0" y="631734"/>
                      <a:pt x="515492" y="73850"/>
                      <a:pt x="1176076" y="6764"/>
                    </a:cubicBezTo>
                    <a:lnTo>
                      <a:pt x="1310015" y="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2801074" y="1374365"/>
                <a:ext cx="97528" cy="9752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12" name="组合 11"/>
              <p:cNvGrpSpPr/>
              <p:nvPr/>
            </p:nvGrpSpPr>
            <p:grpSpPr>
              <a:xfrm>
                <a:off x="703035" y="2791613"/>
                <a:ext cx="2303860" cy="2763395"/>
                <a:chOff x="667909" y="2831346"/>
                <a:chExt cx="2303860" cy="2763395"/>
              </a:xfrm>
            </p:grpSpPr>
            <p:sp>
              <p:nvSpPr>
                <p:cNvPr id="14" name="任意多边形: 形状 13"/>
                <p:cNvSpPr/>
                <p:nvPr/>
              </p:nvSpPr>
              <p:spPr>
                <a:xfrm rot="18225743">
                  <a:off x="682165" y="2817090"/>
                  <a:ext cx="2275348" cy="2303860"/>
                </a:xfrm>
                <a:custGeom>
                  <a:avLst/>
                  <a:gdLst>
                    <a:gd name="connsiteX0" fmla="*/ 2422212 w 2422212"/>
                    <a:gd name="connsiteY0" fmla="*/ 2452564 h 2452564"/>
                    <a:gd name="connsiteX1" fmla="*/ 1086 w 2422212"/>
                    <a:gd name="connsiteY1" fmla="*/ 2452564 h 2452564"/>
                    <a:gd name="connsiteX2" fmla="*/ 0 w 2422212"/>
                    <a:gd name="connsiteY2" fmla="*/ 2429638 h 2452564"/>
                    <a:gd name="connsiteX3" fmla="*/ 2181576 w 2422212"/>
                    <a:gd name="connsiteY3" fmla="*/ 12152 h 2452564"/>
                    <a:gd name="connsiteX4" fmla="*/ 2422212 w 2422212"/>
                    <a:gd name="connsiteY4" fmla="*/ 0 h 2452564"/>
                    <a:gd name="connsiteX0-1" fmla="*/ 2422212 w 2513652"/>
                    <a:gd name="connsiteY0-2" fmla="*/ 2452564 h 2544004"/>
                    <a:gd name="connsiteX1-3" fmla="*/ 1086 w 2513652"/>
                    <a:gd name="connsiteY1-4" fmla="*/ 2452564 h 2544004"/>
                    <a:gd name="connsiteX2-5" fmla="*/ 0 w 2513652"/>
                    <a:gd name="connsiteY2-6" fmla="*/ 2429638 h 2544004"/>
                    <a:gd name="connsiteX3-7" fmla="*/ 2181576 w 2513652"/>
                    <a:gd name="connsiteY3-8" fmla="*/ 12152 h 2544004"/>
                    <a:gd name="connsiteX4-9" fmla="*/ 2422212 w 2513652"/>
                    <a:gd name="connsiteY4-10" fmla="*/ 0 h 2544004"/>
                    <a:gd name="connsiteX5" fmla="*/ 2513652 w 2513652"/>
                    <a:gd name="connsiteY5" fmla="*/ 2544004 h 2544004"/>
                    <a:gd name="connsiteX0-11" fmla="*/ 1086 w 2513652"/>
                    <a:gd name="connsiteY0-12" fmla="*/ 2452564 h 2544004"/>
                    <a:gd name="connsiteX1-13" fmla="*/ 0 w 2513652"/>
                    <a:gd name="connsiteY1-14" fmla="*/ 2429638 h 2544004"/>
                    <a:gd name="connsiteX2-15" fmla="*/ 2181576 w 2513652"/>
                    <a:gd name="connsiteY2-16" fmla="*/ 12152 h 2544004"/>
                    <a:gd name="connsiteX3-17" fmla="*/ 2422212 w 2513652"/>
                    <a:gd name="connsiteY3-18" fmla="*/ 0 h 2544004"/>
                    <a:gd name="connsiteX4-19" fmla="*/ 2513652 w 2513652"/>
                    <a:gd name="connsiteY4-20" fmla="*/ 2544004 h 2544004"/>
                    <a:gd name="connsiteX0-21" fmla="*/ 1086 w 2422212"/>
                    <a:gd name="connsiteY0-22" fmla="*/ 2452564 h 2452564"/>
                    <a:gd name="connsiteX1-23" fmla="*/ 0 w 2422212"/>
                    <a:gd name="connsiteY1-24" fmla="*/ 2429638 h 2452564"/>
                    <a:gd name="connsiteX2-25" fmla="*/ 2181576 w 2422212"/>
                    <a:gd name="connsiteY2-26" fmla="*/ 12152 h 2452564"/>
                    <a:gd name="connsiteX3-27" fmla="*/ 2422212 w 2422212"/>
                    <a:gd name="connsiteY3-28" fmla="*/ 0 h 2452564"/>
                  </a:gdLst>
                  <a:ahLst/>
                  <a:cxnLst>
                    <a:cxn ang="0">
                      <a:pos x="connsiteX0-1" y="connsiteY0-2"/>
                    </a:cxn>
                    <a:cxn ang="0">
                      <a:pos x="connsiteX1-3" y="connsiteY1-4"/>
                    </a:cxn>
                    <a:cxn ang="0">
                      <a:pos x="connsiteX2-5" y="connsiteY2-6"/>
                    </a:cxn>
                    <a:cxn ang="0">
                      <a:pos x="connsiteX3-7" y="connsiteY3-8"/>
                    </a:cxn>
                  </a:cxnLst>
                  <a:rect l="l" t="t" r="r" b="b"/>
                  <a:pathLst>
                    <a:path w="2422212" h="2452564">
                      <a:moveTo>
                        <a:pt x="1086" y="2452564"/>
                      </a:moveTo>
                      <a:lnTo>
                        <a:pt x="0" y="2429638"/>
                      </a:lnTo>
                      <a:cubicBezTo>
                        <a:pt x="0" y="1171448"/>
                        <a:pt x="956218" y="136595"/>
                        <a:pt x="2181576" y="12152"/>
                      </a:cubicBezTo>
                      <a:lnTo>
                        <a:pt x="2422212" y="0"/>
                      </a:ln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079475" y="5497213"/>
                  <a:ext cx="97528" cy="9752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13" name="椭圆 12"/>
              <p:cNvSpPr/>
              <p:nvPr/>
            </p:nvSpPr>
            <p:spPr>
              <a:xfrm>
                <a:off x="5442806" y="3611011"/>
                <a:ext cx="97528" cy="9752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</p:grpSp>
      <p:sp>
        <p:nvSpPr>
          <p:cNvPr id="17" name="图片占位符 16"/>
          <p:cNvSpPr>
            <a:spLocks noGrp="1"/>
          </p:cNvSpPr>
          <p:nvPr>
            <p:ph type="pic" sz="quarter" idx="13"/>
          </p:nvPr>
        </p:nvSpPr>
        <p:spPr>
          <a:xfrm>
            <a:off x="1239984" y="1740365"/>
            <a:ext cx="3731695" cy="373169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grpSp>
        <p:nvGrpSpPr>
          <p:cNvPr id="16" name="组合 15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8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9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0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32" name="文本框 31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79" name="矩形: 圆角 78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0" name="组合 79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1" name="椭圆 80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3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4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5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6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7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9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4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5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6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7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9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0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1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2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23" name="文本占位符 65"/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双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0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3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sp>
        <p:nvSpPr>
          <p:cNvPr id="6" name="矩形: 圆角 5"/>
          <p:cNvSpPr/>
          <p:nvPr userDrawn="1"/>
        </p:nvSpPr>
        <p:spPr>
          <a:xfrm>
            <a:off x="689270" y="1262131"/>
            <a:ext cx="10842684" cy="22860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/>
          <p:cNvSpPr/>
          <p:nvPr userDrawn="1"/>
        </p:nvSpPr>
        <p:spPr>
          <a:xfrm>
            <a:off x="689270" y="3726269"/>
            <a:ext cx="10842684" cy="22860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图片占位符 16"/>
          <p:cNvSpPr>
            <a:spLocks noGrp="1"/>
          </p:cNvSpPr>
          <p:nvPr>
            <p:ph type="pic" sz="quarter" idx="13"/>
          </p:nvPr>
        </p:nvSpPr>
        <p:spPr>
          <a:xfrm>
            <a:off x="819151" y="1376166"/>
            <a:ext cx="2052066" cy="2052834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8" name="图片占位符 16"/>
          <p:cNvSpPr>
            <a:spLocks noGrp="1"/>
          </p:cNvSpPr>
          <p:nvPr>
            <p:ph type="pic" sz="quarter" idx="14"/>
          </p:nvPr>
        </p:nvSpPr>
        <p:spPr>
          <a:xfrm flipH="1">
            <a:off x="9344050" y="3851644"/>
            <a:ext cx="2052066" cy="2052834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34" name="文本框 33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81" name="矩形: 圆角 80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2" name="组合 81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3" name="椭圆 82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4" name="组合 83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5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6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7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9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4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5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6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7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9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0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1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2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3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4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25" name="文本占位符 65"/>
          <p:cNvSpPr>
            <a:spLocks noGrp="1"/>
          </p:cNvSpPr>
          <p:nvPr>
            <p:ph type="body" idx="15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9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0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sp>
        <p:nvSpPr>
          <p:cNvPr id="9" name="任意多边形: 形状 8"/>
          <p:cNvSpPr/>
          <p:nvPr userDrawn="1"/>
        </p:nvSpPr>
        <p:spPr>
          <a:xfrm>
            <a:off x="1175646" y="1134201"/>
            <a:ext cx="2619936" cy="2620034"/>
          </a:xfrm>
          <a:custGeom>
            <a:avLst/>
            <a:gdLst>
              <a:gd name="connsiteX0" fmla="*/ 1310015 w 2619936"/>
              <a:gd name="connsiteY0" fmla="*/ 0 h 2620034"/>
              <a:gd name="connsiteX1" fmla="*/ 1310015 w 2619936"/>
              <a:gd name="connsiteY1" fmla="*/ 1311964 h 2620034"/>
              <a:gd name="connsiteX2" fmla="*/ 2619936 w 2619936"/>
              <a:gd name="connsiteY2" fmla="*/ 1311964 h 2620034"/>
              <a:gd name="connsiteX3" fmla="*/ 2613271 w 2619936"/>
              <a:gd name="connsiteY3" fmla="*/ 1443959 h 2620034"/>
              <a:gd name="connsiteX4" fmla="*/ 1310017 w 2619936"/>
              <a:gd name="connsiteY4" fmla="*/ 2620034 h 2620034"/>
              <a:gd name="connsiteX5" fmla="*/ 0 w 2619936"/>
              <a:gd name="connsiteY5" fmla="*/ 1310017 h 2620034"/>
              <a:gd name="connsiteX6" fmla="*/ 1176076 w 2619936"/>
              <a:gd name="connsiteY6" fmla="*/ 6764 h 2620034"/>
              <a:gd name="connsiteX0-1" fmla="*/ 1310015 w 2619936"/>
              <a:gd name="connsiteY0-2" fmla="*/ 1311964 h 2620034"/>
              <a:gd name="connsiteX1-3" fmla="*/ 2619936 w 2619936"/>
              <a:gd name="connsiteY1-4" fmla="*/ 1311964 h 2620034"/>
              <a:gd name="connsiteX2-5" fmla="*/ 2613271 w 2619936"/>
              <a:gd name="connsiteY2-6" fmla="*/ 1443959 h 2620034"/>
              <a:gd name="connsiteX3-7" fmla="*/ 1310017 w 2619936"/>
              <a:gd name="connsiteY3-8" fmla="*/ 2620034 h 2620034"/>
              <a:gd name="connsiteX4-9" fmla="*/ 0 w 2619936"/>
              <a:gd name="connsiteY4-10" fmla="*/ 1310017 h 2620034"/>
              <a:gd name="connsiteX5-11" fmla="*/ 1176076 w 2619936"/>
              <a:gd name="connsiteY5-12" fmla="*/ 6764 h 2620034"/>
              <a:gd name="connsiteX6-13" fmla="*/ 1310015 w 2619936"/>
              <a:gd name="connsiteY6-14" fmla="*/ 0 h 2620034"/>
              <a:gd name="connsiteX7" fmla="*/ 1401455 w 2619936"/>
              <a:gd name="connsiteY7" fmla="*/ 1403404 h 2620034"/>
              <a:gd name="connsiteX0-15" fmla="*/ 1310015 w 2619936"/>
              <a:gd name="connsiteY0-16" fmla="*/ 1311964 h 2620034"/>
              <a:gd name="connsiteX1-17" fmla="*/ 2619936 w 2619936"/>
              <a:gd name="connsiteY1-18" fmla="*/ 1311964 h 2620034"/>
              <a:gd name="connsiteX2-19" fmla="*/ 2613271 w 2619936"/>
              <a:gd name="connsiteY2-20" fmla="*/ 1443959 h 2620034"/>
              <a:gd name="connsiteX3-21" fmla="*/ 1310017 w 2619936"/>
              <a:gd name="connsiteY3-22" fmla="*/ 2620034 h 2620034"/>
              <a:gd name="connsiteX4-23" fmla="*/ 0 w 2619936"/>
              <a:gd name="connsiteY4-24" fmla="*/ 1310017 h 2620034"/>
              <a:gd name="connsiteX5-25" fmla="*/ 1176076 w 2619936"/>
              <a:gd name="connsiteY5-26" fmla="*/ 6764 h 2620034"/>
              <a:gd name="connsiteX6-27" fmla="*/ 1310015 w 2619936"/>
              <a:gd name="connsiteY6-28" fmla="*/ 0 h 2620034"/>
              <a:gd name="connsiteX0-29" fmla="*/ 2619936 w 2619936"/>
              <a:gd name="connsiteY0-30" fmla="*/ 1311964 h 2620034"/>
              <a:gd name="connsiteX1-31" fmla="*/ 2613271 w 2619936"/>
              <a:gd name="connsiteY1-32" fmla="*/ 1443959 h 2620034"/>
              <a:gd name="connsiteX2-33" fmla="*/ 1310017 w 2619936"/>
              <a:gd name="connsiteY2-34" fmla="*/ 2620034 h 2620034"/>
              <a:gd name="connsiteX3-35" fmla="*/ 0 w 2619936"/>
              <a:gd name="connsiteY3-36" fmla="*/ 1310017 h 2620034"/>
              <a:gd name="connsiteX4-37" fmla="*/ 1176076 w 2619936"/>
              <a:gd name="connsiteY4-38" fmla="*/ 6764 h 2620034"/>
              <a:gd name="connsiteX5-39" fmla="*/ 1310015 w 2619936"/>
              <a:gd name="connsiteY5-40" fmla="*/ 0 h 262003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619936" h="2620034">
                <a:moveTo>
                  <a:pt x="2619936" y="1311964"/>
                </a:moveTo>
                <a:lnTo>
                  <a:pt x="2613271" y="1443959"/>
                </a:lnTo>
                <a:cubicBezTo>
                  <a:pt x="2546185" y="2104542"/>
                  <a:pt x="1988300" y="2620034"/>
                  <a:pt x="1310017" y="2620034"/>
                </a:cubicBezTo>
                <a:cubicBezTo>
                  <a:pt x="586515" y="2620034"/>
                  <a:pt x="0" y="2033519"/>
                  <a:pt x="0" y="1310017"/>
                </a:cubicBezTo>
                <a:cubicBezTo>
                  <a:pt x="0" y="631734"/>
                  <a:pt x="515492" y="73850"/>
                  <a:pt x="1176076" y="6764"/>
                </a:cubicBezTo>
                <a:lnTo>
                  <a:pt x="1310015" y="0"/>
                </a:lnTo>
              </a:path>
            </a:pathLst>
          </a:custGeom>
          <a:noFill/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任意多边形: 形状 9"/>
          <p:cNvSpPr/>
          <p:nvPr userDrawn="1"/>
        </p:nvSpPr>
        <p:spPr>
          <a:xfrm>
            <a:off x="4601109" y="1129189"/>
            <a:ext cx="2619936" cy="2620034"/>
          </a:xfrm>
          <a:custGeom>
            <a:avLst/>
            <a:gdLst>
              <a:gd name="connsiteX0" fmla="*/ 1310015 w 2619936"/>
              <a:gd name="connsiteY0" fmla="*/ 0 h 2620034"/>
              <a:gd name="connsiteX1" fmla="*/ 1310015 w 2619936"/>
              <a:gd name="connsiteY1" fmla="*/ 1311964 h 2620034"/>
              <a:gd name="connsiteX2" fmla="*/ 2619936 w 2619936"/>
              <a:gd name="connsiteY2" fmla="*/ 1311964 h 2620034"/>
              <a:gd name="connsiteX3" fmla="*/ 2613271 w 2619936"/>
              <a:gd name="connsiteY3" fmla="*/ 1443959 h 2620034"/>
              <a:gd name="connsiteX4" fmla="*/ 1310017 w 2619936"/>
              <a:gd name="connsiteY4" fmla="*/ 2620034 h 2620034"/>
              <a:gd name="connsiteX5" fmla="*/ 0 w 2619936"/>
              <a:gd name="connsiteY5" fmla="*/ 1310017 h 2620034"/>
              <a:gd name="connsiteX6" fmla="*/ 1176076 w 2619936"/>
              <a:gd name="connsiteY6" fmla="*/ 6764 h 2620034"/>
              <a:gd name="connsiteX0-1" fmla="*/ 1310015 w 2619936"/>
              <a:gd name="connsiteY0-2" fmla="*/ 1311964 h 2620034"/>
              <a:gd name="connsiteX1-3" fmla="*/ 2619936 w 2619936"/>
              <a:gd name="connsiteY1-4" fmla="*/ 1311964 h 2620034"/>
              <a:gd name="connsiteX2-5" fmla="*/ 2613271 w 2619936"/>
              <a:gd name="connsiteY2-6" fmla="*/ 1443959 h 2620034"/>
              <a:gd name="connsiteX3-7" fmla="*/ 1310017 w 2619936"/>
              <a:gd name="connsiteY3-8" fmla="*/ 2620034 h 2620034"/>
              <a:gd name="connsiteX4-9" fmla="*/ 0 w 2619936"/>
              <a:gd name="connsiteY4-10" fmla="*/ 1310017 h 2620034"/>
              <a:gd name="connsiteX5-11" fmla="*/ 1176076 w 2619936"/>
              <a:gd name="connsiteY5-12" fmla="*/ 6764 h 2620034"/>
              <a:gd name="connsiteX6-13" fmla="*/ 1310015 w 2619936"/>
              <a:gd name="connsiteY6-14" fmla="*/ 0 h 2620034"/>
              <a:gd name="connsiteX7" fmla="*/ 1401455 w 2619936"/>
              <a:gd name="connsiteY7" fmla="*/ 1403404 h 2620034"/>
              <a:gd name="connsiteX0-15" fmla="*/ 1310015 w 2619936"/>
              <a:gd name="connsiteY0-16" fmla="*/ 1311964 h 2620034"/>
              <a:gd name="connsiteX1-17" fmla="*/ 2619936 w 2619936"/>
              <a:gd name="connsiteY1-18" fmla="*/ 1311964 h 2620034"/>
              <a:gd name="connsiteX2-19" fmla="*/ 2613271 w 2619936"/>
              <a:gd name="connsiteY2-20" fmla="*/ 1443959 h 2620034"/>
              <a:gd name="connsiteX3-21" fmla="*/ 1310017 w 2619936"/>
              <a:gd name="connsiteY3-22" fmla="*/ 2620034 h 2620034"/>
              <a:gd name="connsiteX4-23" fmla="*/ 0 w 2619936"/>
              <a:gd name="connsiteY4-24" fmla="*/ 1310017 h 2620034"/>
              <a:gd name="connsiteX5-25" fmla="*/ 1176076 w 2619936"/>
              <a:gd name="connsiteY5-26" fmla="*/ 6764 h 2620034"/>
              <a:gd name="connsiteX6-27" fmla="*/ 1310015 w 2619936"/>
              <a:gd name="connsiteY6-28" fmla="*/ 0 h 2620034"/>
              <a:gd name="connsiteX0-29" fmla="*/ 2619936 w 2619936"/>
              <a:gd name="connsiteY0-30" fmla="*/ 1311964 h 2620034"/>
              <a:gd name="connsiteX1-31" fmla="*/ 2613271 w 2619936"/>
              <a:gd name="connsiteY1-32" fmla="*/ 1443959 h 2620034"/>
              <a:gd name="connsiteX2-33" fmla="*/ 1310017 w 2619936"/>
              <a:gd name="connsiteY2-34" fmla="*/ 2620034 h 2620034"/>
              <a:gd name="connsiteX3-35" fmla="*/ 0 w 2619936"/>
              <a:gd name="connsiteY3-36" fmla="*/ 1310017 h 2620034"/>
              <a:gd name="connsiteX4-37" fmla="*/ 1176076 w 2619936"/>
              <a:gd name="connsiteY4-38" fmla="*/ 6764 h 2620034"/>
              <a:gd name="connsiteX5-39" fmla="*/ 1310015 w 2619936"/>
              <a:gd name="connsiteY5-40" fmla="*/ 0 h 262003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619936" h="2620034">
                <a:moveTo>
                  <a:pt x="2619936" y="1311964"/>
                </a:moveTo>
                <a:lnTo>
                  <a:pt x="2613271" y="1443959"/>
                </a:lnTo>
                <a:cubicBezTo>
                  <a:pt x="2546185" y="2104542"/>
                  <a:pt x="1988300" y="2620034"/>
                  <a:pt x="1310017" y="2620034"/>
                </a:cubicBezTo>
                <a:cubicBezTo>
                  <a:pt x="586515" y="2620034"/>
                  <a:pt x="0" y="2033519"/>
                  <a:pt x="0" y="1310017"/>
                </a:cubicBezTo>
                <a:cubicBezTo>
                  <a:pt x="0" y="631734"/>
                  <a:pt x="515492" y="73850"/>
                  <a:pt x="1176076" y="6764"/>
                </a:cubicBezTo>
                <a:lnTo>
                  <a:pt x="1310015" y="0"/>
                </a:ln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" name="任意多边形: 形状 10"/>
          <p:cNvSpPr/>
          <p:nvPr userDrawn="1"/>
        </p:nvSpPr>
        <p:spPr>
          <a:xfrm>
            <a:off x="8026573" y="1129189"/>
            <a:ext cx="2619936" cy="2620034"/>
          </a:xfrm>
          <a:custGeom>
            <a:avLst/>
            <a:gdLst>
              <a:gd name="connsiteX0" fmla="*/ 1310015 w 2619936"/>
              <a:gd name="connsiteY0" fmla="*/ 0 h 2620034"/>
              <a:gd name="connsiteX1" fmla="*/ 1310015 w 2619936"/>
              <a:gd name="connsiteY1" fmla="*/ 1311964 h 2620034"/>
              <a:gd name="connsiteX2" fmla="*/ 2619936 w 2619936"/>
              <a:gd name="connsiteY2" fmla="*/ 1311964 h 2620034"/>
              <a:gd name="connsiteX3" fmla="*/ 2613271 w 2619936"/>
              <a:gd name="connsiteY3" fmla="*/ 1443959 h 2620034"/>
              <a:gd name="connsiteX4" fmla="*/ 1310017 w 2619936"/>
              <a:gd name="connsiteY4" fmla="*/ 2620034 h 2620034"/>
              <a:gd name="connsiteX5" fmla="*/ 0 w 2619936"/>
              <a:gd name="connsiteY5" fmla="*/ 1310017 h 2620034"/>
              <a:gd name="connsiteX6" fmla="*/ 1176076 w 2619936"/>
              <a:gd name="connsiteY6" fmla="*/ 6764 h 2620034"/>
              <a:gd name="connsiteX0-1" fmla="*/ 1310015 w 2619936"/>
              <a:gd name="connsiteY0-2" fmla="*/ 1311964 h 2620034"/>
              <a:gd name="connsiteX1-3" fmla="*/ 2619936 w 2619936"/>
              <a:gd name="connsiteY1-4" fmla="*/ 1311964 h 2620034"/>
              <a:gd name="connsiteX2-5" fmla="*/ 2613271 w 2619936"/>
              <a:gd name="connsiteY2-6" fmla="*/ 1443959 h 2620034"/>
              <a:gd name="connsiteX3-7" fmla="*/ 1310017 w 2619936"/>
              <a:gd name="connsiteY3-8" fmla="*/ 2620034 h 2620034"/>
              <a:gd name="connsiteX4-9" fmla="*/ 0 w 2619936"/>
              <a:gd name="connsiteY4-10" fmla="*/ 1310017 h 2620034"/>
              <a:gd name="connsiteX5-11" fmla="*/ 1176076 w 2619936"/>
              <a:gd name="connsiteY5-12" fmla="*/ 6764 h 2620034"/>
              <a:gd name="connsiteX6-13" fmla="*/ 1310015 w 2619936"/>
              <a:gd name="connsiteY6-14" fmla="*/ 0 h 2620034"/>
              <a:gd name="connsiteX7" fmla="*/ 1401455 w 2619936"/>
              <a:gd name="connsiteY7" fmla="*/ 1403404 h 2620034"/>
              <a:gd name="connsiteX0-15" fmla="*/ 1310015 w 2619936"/>
              <a:gd name="connsiteY0-16" fmla="*/ 1311964 h 2620034"/>
              <a:gd name="connsiteX1-17" fmla="*/ 2619936 w 2619936"/>
              <a:gd name="connsiteY1-18" fmla="*/ 1311964 h 2620034"/>
              <a:gd name="connsiteX2-19" fmla="*/ 2613271 w 2619936"/>
              <a:gd name="connsiteY2-20" fmla="*/ 1443959 h 2620034"/>
              <a:gd name="connsiteX3-21" fmla="*/ 1310017 w 2619936"/>
              <a:gd name="connsiteY3-22" fmla="*/ 2620034 h 2620034"/>
              <a:gd name="connsiteX4-23" fmla="*/ 0 w 2619936"/>
              <a:gd name="connsiteY4-24" fmla="*/ 1310017 h 2620034"/>
              <a:gd name="connsiteX5-25" fmla="*/ 1176076 w 2619936"/>
              <a:gd name="connsiteY5-26" fmla="*/ 6764 h 2620034"/>
              <a:gd name="connsiteX6-27" fmla="*/ 1310015 w 2619936"/>
              <a:gd name="connsiteY6-28" fmla="*/ 0 h 2620034"/>
              <a:gd name="connsiteX0-29" fmla="*/ 2619936 w 2619936"/>
              <a:gd name="connsiteY0-30" fmla="*/ 1311964 h 2620034"/>
              <a:gd name="connsiteX1-31" fmla="*/ 2613271 w 2619936"/>
              <a:gd name="connsiteY1-32" fmla="*/ 1443959 h 2620034"/>
              <a:gd name="connsiteX2-33" fmla="*/ 1310017 w 2619936"/>
              <a:gd name="connsiteY2-34" fmla="*/ 2620034 h 2620034"/>
              <a:gd name="connsiteX3-35" fmla="*/ 0 w 2619936"/>
              <a:gd name="connsiteY3-36" fmla="*/ 1310017 h 2620034"/>
              <a:gd name="connsiteX4-37" fmla="*/ 1176076 w 2619936"/>
              <a:gd name="connsiteY4-38" fmla="*/ 6764 h 2620034"/>
              <a:gd name="connsiteX5-39" fmla="*/ 1310015 w 2619936"/>
              <a:gd name="connsiteY5-40" fmla="*/ 0 h 262003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619936" h="2620034">
                <a:moveTo>
                  <a:pt x="2619936" y="1311964"/>
                </a:moveTo>
                <a:lnTo>
                  <a:pt x="2613271" y="1443959"/>
                </a:lnTo>
                <a:cubicBezTo>
                  <a:pt x="2546185" y="2104542"/>
                  <a:pt x="1988300" y="2620034"/>
                  <a:pt x="1310017" y="2620034"/>
                </a:cubicBezTo>
                <a:cubicBezTo>
                  <a:pt x="586515" y="2620034"/>
                  <a:pt x="0" y="2033519"/>
                  <a:pt x="0" y="1310017"/>
                </a:cubicBezTo>
                <a:cubicBezTo>
                  <a:pt x="0" y="631734"/>
                  <a:pt x="515492" y="73850"/>
                  <a:pt x="1176076" y="6764"/>
                </a:cubicBezTo>
                <a:lnTo>
                  <a:pt x="1310015" y="0"/>
                </a:ln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 userDrawn="1"/>
        </p:nvSpPr>
        <p:spPr>
          <a:xfrm>
            <a:off x="3746818" y="2390442"/>
            <a:ext cx="97528" cy="9752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椭圆 12"/>
          <p:cNvSpPr/>
          <p:nvPr userDrawn="1"/>
        </p:nvSpPr>
        <p:spPr>
          <a:xfrm>
            <a:off x="7241893" y="2390442"/>
            <a:ext cx="97528" cy="9752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椭圆 13"/>
          <p:cNvSpPr/>
          <p:nvPr userDrawn="1"/>
        </p:nvSpPr>
        <p:spPr>
          <a:xfrm>
            <a:off x="10597745" y="2390442"/>
            <a:ext cx="97528" cy="9752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图片占位符 16"/>
          <p:cNvSpPr>
            <a:spLocks noGrp="1"/>
          </p:cNvSpPr>
          <p:nvPr>
            <p:ph type="pic" sz="quarter" idx="13"/>
          </p:nvPr>
        </p:nvSpPr>
        <p:spPr>
          <a:xfrm>
            <a:off x="1315435" y="1283230"/>
            <a:ext cx="2318937" cy="231980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6" name="图片占位符 16"/>
          <p:cNvSpPr>
            <a:spLocks noGrp="1"/>
          </p:cNvSpPr>
          <p:nvPr>
            <p:ph type="pic" sz="quarter" idx="14"/>
          </p:nvPr>
        </p:nvSpPr>
        <p:spPr>
          <a:xfrm>
            <a:off x="4745356" y="1283230"/>
            <a:ext cx="2318937" cy="231980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7" name="图片占位符 16"/>
          <p:cNvSpPr>
            <a:spLocks noGrp="1"/>
          </p:cNvSpPr>
          <p:nvPr>
            <p:ph type="pic" sz="quarter" idx="15"/>
          </p:nvPr>
        </p:nvSpPr>
        <p:spPr>
          <a:xfrm>
            <a:off x="8175278" y="1283230"/>
            <a:ext cx="2318937" cy="231980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33" name="文本框 32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80" name="矩形: 圆角 79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1" name="组合 80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82" name="椭圆 81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3" name="组合 82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84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5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6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7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9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4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5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6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7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9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0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1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2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3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24" name="文本占位符 65"/>
          <p:cNvSpPr>
            <a:spLocks noGrp="1"/>
          </p:cNvSpPr>
          <p:nvPr>
            <p:ph type="body" idx="16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多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8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3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4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5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6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7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8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9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0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1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23" name="泪滴形 22"/>
          <p:cNvSpPr/>
          <p:nvPr userDrawn="1"/>
        </p:nvSpPr>
        <p:spPr>
          <a:xfrm flipH="1" flipV="1">
            <a:off x="6231956" y="1325419"/>
            <a:ext cx="2284692" cy="2284692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泪滴形 23"/>
          <p:cNvSpPr/>
          <p:nvPr userDrawn="1"/>
        </p:nvSpPr>
        <p:spPr>
          <a:xfrm flipV="1">
            <a:off x="3836026" y="1325419"/>
            <a:ext cx="2284691" cy="2284691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泪滴形 20"/>
          <p:cNvSpPr/>
          <p:nvPr userDrawn="1"/>
        </p:nvSpPr>
        <p:spPr>
          <a:xfrm flipH="1">
            <a:off x="6231956" y="3712424"/>
            <a:ext cx="2284692" cy="2284692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泪滴形 18"/>
          <p:cNvSpPr/>
          <p:nvPr userDrawn="1"/>
        </p:nvSpPr>
        <p:spPr>
          <a:xfrm>
            <a:off x="3836024" y="3712424"/>
            <a:ext cx="2284693" cy="2284693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sp>
        <p:nvSpPr>
          <p:cNvPr id="20" name="图片占位符 16"/>
          <p:cNvSpPr>
            <a:spLocks noGrp="1"/>
          </p:cNvSpPr>
          <p:nvPr>
            <p:ph type="pic" sz="quarter" idx="13"/>
          </p:nvPr>
        </p:nvSpPr>
        <p:spPr>
          <a:xfrm flipH="1">
            <a:off x="3921679" y="3817073"/>
            <a:ext cx="2082882" cy="2083662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22" name="图片占位符 16"/>
          <p:cNvSpPr>
            <a:spLocks noGrp="1"/>
          </p:cNvSpPr>
          <p:nvPr>
            <p:ph type="pic" sz="quarter" idx="14"/>
          </p:nvPr>
        </p:nvSpPr>
        <p:spPr>
          <a:xfrm>
            <a:off x="6337011" y="3817073"/>
            <a:ext cx="2082881" cy="2083661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25" name="图片占位符 16"/>
          <p:cNvSpPr>
            <a:spLocks noGrp="1"/>
          </p:cNvSpPr>
          <p:nvPr>
            <p:ph type="pic" sz="quarter" idx="15"/>
          </p:nvPr>
        </p:nvSpPr>
        <p:spPr>
          <a:xfrm flipH="1">
            <a:off x="3921681" y="1428875"/>
            <a:ext cx="2082880" cy="2083660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26" name="图片占位符 16"/>
          <p:cNvSpPr>
            <a:spLocks noGrp="1"/>
          </p:cNvSpPr>
          <p:nvPr>
            <p:ph type="pic" sz="quarter" idx="16"/>
          </p:nvPr>
        </p:nvSpPr>
        <p:spPr>
          <a:xfrm>
            <a:off x="6337011" y="1428873"/>
            <a:ext cx="2082881" cy="2083661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2" name="文本框 41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89" name="矩形: 圆角 88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0" name="组合 89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91" name="椭圆 90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92" name="组合 91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93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4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5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6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7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9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0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1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2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3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4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5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7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8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9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0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1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2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33" name="文本占位符 65"/>
          <p:cNvSpPr>
            <a:spLocks noGrp="1"/>
          </p:cNvSpPr>
          <p:nvPr>
            <p:ph type="body" idx="17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手机样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片占位符 11"/>
          <p:cNvSpPr>
            <a:spLocks noGrp="1"/>
          </p:cNvSpPr>
          <p:nvPr>
            <p:ph type="pic" sz="quarter" idx="10"/>
          </p:nvPr>
        </p:nvSpPr>
        <p:spPr>
          <a:xfrm>
            <a:off x="4712208" y="1425576"/>
            <a:ext cx="2761487" cy="5432425"/>
          </a:xfrm>
          <a:custGeom>
            <a:avLst/>
            <a:gdLst>
              <a:gd name="connsiteX0" fmla="*/ 226557 w 2727960"/>
              <a:gd name="connsiteY0" fmla="*/ 0 h 5432425"/>
              <a:gd name="connsiteX1" fmla="*/ 2501403 w 2727960"/>
              <a:gd name="connsiteY1" fmla="*/ 0 h 5432425"/>
              <a:gd name="connsiteX2" fmla="*/ 2727960 w 2727960"/>
              <a:gd name="connsiteY2" fmla="*/ 226557 h 5432425"/>
              <a:gd name="connsiteX3" fmla="*/ 2727960 w 2727960"/>
              <a:gd name="connsiteY3" fmla="*/ 5432425 h 5432425"/>
              <a:gd name="connsiteX4" fmla="*/ 0 w 2727960"/>
              <a:gd name="connsiteY4" fmla="*/ 5432425 h 5432425"/>
              <a:gd name="connsiteX5" fmla="*/ 0 w 2727960"/>
              <a:gd name="connsiteY5" fmla="*/ 226557 h 5432425"/>
              <a:gd name="connsiteX6" fmla="*/ 226557 w 2727960"/>
              <a:gd name="connsiteY6" fmla="*/ 0 h 5432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7960" h="5432425">
                <a:moveTo>
                  <a:pt x="226557" y="0"/>
                </a:moveTo>
                <a:lnTo>
                  <a:pt x="2501403" y="0"/>
                </a:lnTo>
                <a:cubicBezTo>
                  <a:pt x="2626527" y="0"/>
                  <a:pt x="2727960" y="101433"/>
                  <a:pt x="2727960" y="226557"/>
                </a:cubicBezTo>
                <a:lnTo>
                  <a:pt x="2727960" y="5432425"/>
                </a:lnTo>
                <a:lnTo>
                  <a:pt x="0" y="5432425"/>
                </a:lnTo>
                <a:lnTo>
                  <a:pt x="0" y="226557"/>
                </a:lnTo>
                <a:cubicBezTo>
                  <a:pt x="0" y="101433"/>
                  <a:pt x="101433" y="0"/>
                  <a:pt x="22655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157"/>
          <a:stretch>
            <a:fillRect/>
          </a:stretch>
        </p:blipFill>
        <p:spPr>
          <a:xfrm>
            <a:off x="4023982" y="970876"/>
            <a:ext cx="4144035" cy="5887124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grpSp>
        <p:nvGrpSpPr>
          <p:cNvPr id="14" name="组合 13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5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6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7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8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9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0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75" name="矩形: 圆角 74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6" name="组合 75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77" name="椭圆 76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8" name="组合 77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79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0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1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3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4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5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6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7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9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4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5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6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7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19" name="文本占位符 65"/>
          <p:cNvSpPr>
            <a:spLocks noGrp="1"/>
          </p:cNvSpPr>
          <p:nvPr>
            <p:ph type="body" idx="13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电脑样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8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9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0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1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2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3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4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5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6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7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8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9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0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65" name="椭圆 64"/>
          <p:cNvSpPr/>
          <p:nvPr userDrawn="1"/>
        </p:nvSpPr>
        <p:spPr>
          <a:xfrm>
            <a:off x="6958403" y="5702153"/>
            <a:ext cx="2640760" cy="529481"/>
          </a:xfrm>
          <a:prstGeom prst="ellipse">
            <a:avLst/>
          </a:prstGeom>
          <a:solidFill>
            <a:schemeClr val="bg2">
              <a:lumMod val="50000"/>
              <a:alpha val="32000"/>
            </a:schemeClr>
          </a:soli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5469" y="1494982"/>
            <a:ext cx="5799137" cy="4525085"/>
          </a:xfrm>
          <a:prstGeom prst="rect">
            <a:avLst/>
          </a:prstGeom>
        </p:spPr>
      </p:pic>
      <p:sp>
        <p:nvSpPr>
          <p:cNvPr id="23" name="图片占位符 22"/>
          <p:cNvSpPr>
            <a:spLocks noGrp="1"/>
          </p:cNvSpPr>
          <p:nvPr>
            <p:ph type="pic" sz="quarter" idx="10"/>
          </p:nvPr>
        </p:nvSpPr>
        <p:spPr>
          <a:xfrm>
            <a:off x="5575656" y="1711325"/>
            <a:ext cx="5324475" cy="301466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24" name="文本框 23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sp>
        <p:nvSpPr>
          <p:cNvPr id="70" name="矩形: 圆角 69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1" name="组合 70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72" name="椭圆 71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3" name="组合 72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74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5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6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7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8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9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0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1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3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4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5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6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7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9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1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2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3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114" name="文本占位符 65"/>
          <p:cNvSpPr>
            <a:spLocks noGrp="1"/>
          </p:cNvSpPr>
          <p:nvPr>
            <p:ph type="body" idx="13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音乐播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  <p:sp>
        <p:nvSpPr>
          <p:cNvPr id="8" name="图片占位符 7"/>
          <p:cNvSpPr>
            <a:spLocks noGrp="1"/>
          </p:cNvSpPr>
          <p:nvPr>
            <p:ph type="pic" sz="quarter" idx="13"/>
          </p:nvPr>
        </p:nvSpPr>
        <p:spPr>
          <a:xfrm>
            <a:off x="7989570" y="2431013"/>
            <a:ext cx="2595932" cy="2595932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矩形: 圆角 8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0" name="组合 9"/>
          <p:cNvGrpSpPr/>
          <p:nvPr userDrawn="1"/>
        </p:nvGrpSpPr>
        <p:grpSpPr>
          <a:xfrm>
            <a:off x="237423" y="135299"/>
            <a:ext cx="847682" cy="847682"/>
            <a:chOff x="237423" y="135299"/>
            <a:chExt cx="847682" cy="847682"/>
          </a:xfrm>
        </p:grpSpPr>
        <p:sp>
          <p:nvSpPr>
            <p:cNvPr id="11" name="椭圆 10"/>
            <p:cNvSpPr/>
            <p:nvPr/>
          </p:nvSpPr>
          <p:spPr>
            <a:xfrm>
              <a:off x="237423" y="135299"/>
              <a:ext cx="847682" cy="847682"/>
            </a:xfrm>
            <a:prstGeom prst="ellipse">
              <a:avLst/>
            </a:prstGeom>
            <a:pattFill prst="dkUp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2" name="组合 11"/>
            <p:cNvGrpSpPr/>
            <p:nvPr/>
          </p:nvGrpSpPr>
          <p:grpSpPr>
            <a:xfrm>
              <a:off x="293735" y="191234"/>
              <a:ext cx="735058" cy="735811"/>
              <a:chOff x="3497262" y="849313"/>
              <a:chExt cx="4651376" cy="4656138"/>
            </a:xfrm>
            <a:solidFill>
              <a:schemeClr val="accent1"/>
            </a:solidFill>
          </p:grpSpPr>
          <p:sp>
            <p:nvSpPr>
              <p:cNvPr id="13" name="Freeform 7"/>
              <p:cNvSpPr>
                <a:spLocks noEditPoints="1"/>
              </p:cNvSpPr>
              <p:nvPr/>
            </p:nvSpPr>
            <p:spPr bwMode="auto">
              <a:xfrm>
                <a:off x="3497262" y="849313"/>
                <a:ext cx="4651376" cy="4656138"/>
              </a:xfrm>
              <a:custGeom>
                <a:avLst/>
                <a:gdLst>
                  <a:gd name="T0" fmla="*/ 1839 w 1839"/>
                  <a:gd name="T1" fmla="*/ 954 h 1840"/>
                  <a:gd name="T2" fmla="*/ 1836 w 1839"/>
                  <a:gd name="T3" fmla="*/ 991 h 1840"/>
                  <a:gd name="T4" fmla="*/ 1539 w 1839"/>
                  <a:gd name="T5" fmla="*/ 1599 h 1840"/>
                  <a:gd name="T6" fmla="*/ 1101 w 1839"/>
                  <a:gd name="T7" fmla="*/ 1821 h 1840"/>
                  <a:gd name="T8" fmla="*/ 965 w 1839"/>
                  <a:gd name="T9" fmla="*/ 1838 h 1840"/>
                  <a:gd name="T10" fmla="*/ 955 w 1839"/>
                  <a:gd name="T11" fmla="*/ 1840 h 1840"/>
                  <a:gd name="T12" fmla="*/ 887 w 1839"/>
                  <a:gd name="T13" fmla="*/ 1840 h 1840"/>
                  <a:gd name="T14" fmla="*/ 850 w 1839"/>
                  <a:gd name="T15" fmla="*/ 1836 h 1840"/>
                  <a:gd name="T16" fmla="*/ 210 w 1839"/>
                  <a:gd name="T17" fmla="*/ 1500 h 1840"/>
                  <a:gd name="T18" fmla="*/ 21 w 1839"/>
                  <a:gd name="T19" fmla="*/ 1101 h 1840"/>
                  <a:gd name="T20" fmla="*/ 5 w 1839"/>
                  <a:gd name="T21" fmla="*/ 866 h 1840"/>
                  <a:gd name="T22" fmla="*/ 285 w 1839"/>
                  <a:gd name="T23" fmla="*/ 262 h 1840"/>
                  <a:gd name="T24" fmla="*/ 714 w 1839"/>
                  <a:gd name="T25" fmla="*/ 28 h 1840"/>
                  <a:gd name="T26" fmla="*/ 976 w 1839"/>
                  <a:gd name="T27" fmla="*/ 6 h 1840"/>
                  <a:gd name="T28" fmla="*/ 1757 w 1839"/>
                  <a:gd name="T29" fmla="*/ 544 h 1840"/>
                  <a:gd name="T30" fmla="*/ 1834 w 1839"/>
                  <a:gd name="T31" fmla="*/ 832 h 1840"/>
                  <a:gd name="T32" fmla="*/ 1837 w 1839"/>
                  <a:gd name="T33" fmla="*/ 879 h 1840"/>
                  <a:gd name="T34" fmla="*/ 1839 w 1839"/>
                  <a:gd name="T35" fmla="*/ 889 h 1840"/>
                  <a:gd name="T36" fmla="*/ 1839 w 1839"/>
                  <a:gd name="T37" fmla="*/ 954 h 1840"/>
                  <a:gd name="T38" fmla="*/ 920 w 1839"/>
                  <a:gd name="T39" fmla="*/ 1808 h 1840"/>
                  <a:gd name="T40" fmla="*/ 1807 w 1839"/>
                  <a:gd name="T41" fmla="*/ 923 h 1840"/>
                  <a:gd name="T42" fmla="*/ 923 w 1839"/>
                  <a:gd name="T43" fmla="*/ 36 h 1840"/>
                  <a:gd name="T44" fmla="*/ 35 w 1839"/>
                  <a:gd name="T45" fmla="*/ 920 h 1840"/>
                  <a:gd name="T46" fmla="*/ 920 w 1839"/>
                  <a:gd name="T47" fmla="*/ 1808 h 18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839" h="1840">
                    <a:moveTo>
                      <a:pt x="1839" y="954"/>
                    </a:moveTo>
                    <a:cubicBezTo>
                      <a:pt x="1838" y="966"/>
                      <a:pt x="1837" y="979"/>
                      <a:pt x="1836" y="991"/>
                    </a:cubicBezTo>
                    <a:cubicBezTo>
                      <a:pt x="1815" y="1232"/>
                      <a:pt x="1716" y="1435"/>
                      <a:pt x="1539" y="1599"/>
                    </a:cubicBezTo>
                    <a:cubicBezTo>
                      <a:pt x="1414" y="1714"/>
                      <a:pt x="1268" y="1787"/>
                      <a:pt x="1101" y="1821"/>
                    </a:cubicBezTo>
                    <a:cubicBezTo>
                      <a:pt x="1056" y="1830"/>
                      <a:pt x="1011" y="1836"/>
                      <a:pt x="965" y="1838"/>
                    </a:cubicBezTo>
                    <a:cubicBezTo>
                      <a:pt x="962" y="1838"/>
                      <a:pt x="958" y="1839"/>
                      <a:pt x="955" y="1840"/>
                    </a:cubicBezTo>
                    <a:cubicBezTo>
                      <a:pt x="932" y="1840"/>
                      <a:pt x="909" y="1840"/>
                      <a:pt x="887" y="1840"/>
                    </a:cubicBezTo>
                    <a:cubicBezTo>
                      <a:pt x="875" y="1838"/>
                      <a:pt x="862" y="1837"/>
                      <a:pt x="850" y="1836"/>
                    </a:cubicBezTo>
                    <a:cubicBezTo>
                      <a:pt x="590" y="1814"/>
                      <a:pt x="377" y="1701"/>
                      <a:pt x="210" y="1500"/>
                    </a:cubicBezTo>
                    <a:cubicBezTo>
                      <a:pt x="113" y="1384"/>
                      <a:pt x="51" y="1250"/>
                      <a:pt x="21" y="1101"/>
                    </a:cubicBezTo>
                    <a:cubicBezTo>
                      <a:pt x="6" y="1023"/>
                      <a:pt x="0" y="945"/>
                      <a:pt x="5" y="866"/>
                    </a:cubicBezTo>
                    <a:cubicBezTo>
                      <a:pt x="22" y="630"/>
                      <a:pt x="115" y="428"/>
                      <a:pt x="285" y="262"/>
                    </a:cubicBezTo>
                    <a:cubicBezTo>
                      <a:pt x="406" y="144"/>
                      <a:pt x="549" y="67"/>
                      <a:pt x="714" y="28"/>
                    </a:cubicBezTo>
                    <a:cubicBezTo>
                      <a:pt x="800" y="8"/>
                      <a:pt x="887" y="0"/>
                      <a:pt x="976" y="6"/>
                    </a:cubicBezTo>
                    <a:cubicBezTo>
                      <a:pt x="1317" y="27"/>
                      <a:pt x="1615" y="233"/>
                      <a:pt x="1757" y="544"/>
                    </a:cubicBezTo>
                    <a:cubicBezTo>
                      <a:pt x="1798" y="636"/>
                      <a:pt x="1824" y="731"/>
                      <a:pt x="1834" y="832"/>
                    </a:cubicBezTo>
                    <a:cubicBezTo>
                      <a:pt x="1835" y="847"/>
                      <a:pt x="1836" y="863"/>
                      <a:pt x="1837" y="879"/>
                    </a:cubicBezTo>
                    <a:cubicBezTo>
                      <a:pt x="1837" y="882"/>
                      <a:pt x="1838" y="886"/>
                      <a:pt x="1839" y="889"/>
                    </a:cubicBezTo>
                    <a:cubicBezTo>
                      <a:pt x="1839" y="911"/>
                      <a:pt x="1839" y="932"/>
                      <a:pt x="1839" y="954"/>
                    </a:cubicBezTo>
                    <a:close/>
                    <a:moveTo>
                      <a:pt x="920" y="1808"/>
                    </a:moveTo>
                    <a:cubicBezTo>
                      <a:pt x="1408" y="1808"/>
                      <a:pt x="1806" y="1411"/>
                      <a:pt x="1807" y="923"/>
                    </a:cubicBezTo>
                    <a:cubicBezTo>
                      <a:pt x="1807" y="435"/>
                      <a:pt x="1410" y="36"/>
                      <a:pt x="923" y="36"/>
                    </a:cubicBezTo>
                    <a:cubicBezTo>
                      <a:pt x="434" y="35"/>
                      <a:pt x="35" y="433"/>
                      <a:pt x="35" y="920"/>
                    </a:cubicBezTo>
                    <a:cubicBezTo>
                      <a:pt x="35" y="1409"/>
                      <a:pt x="432" y="1807"/>
                      <a:pt x="920" y="180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" name="Freeform 9"/>
              <p:cNvSpPr>
                <a:spLocks noEditPoints="1"/>
              </p:cNvSpPr>
              <p:nvPr/>
            </p:nvSpPr>
            <p:spPr bwMode="auto">
              <a:xfrm>
                <a:off x="4164013" y="1536700"/>
                <a:ext cx="3333750" cy="3371850"/>
              </a:xfrm>
              <a:custGeom>
                <a:avLst/>
                <a:gdLst>
                  <a:gd name="T0" fmla="*/ 426 w 1318"/>
                  <a:gd name="T1" fmla="*/ 1249 h 1332"/>
                  <a:gd name="T2" fmla="*/ 40 w 1318"/>
                  <a:gd name="T3" fmla="*/ 476 h 1332"/>
                  <a:gd name="T4" fmla="*/ 1280 w 1318"/>
                  <a:gd name="T5" fmla="*/ 499 h 1332"/>
                  <a:gd name="T6" fmla="*/ 886 w 1318"/>
                  <a:gd name="T7" fmla="*/ 1249 h 1332"/>
                  <a:gd name="T8" fmla="*/ 625 w 1318"/>
                  <a:gd name="T9" fmla="*/ 1329 h 1332"/>
                  <a:gd name="T10" fmla="*/ 876 w 1318"/>
                  <a:gd name="T11" fmla="*/ 1229 h 1332"/>
                  <a:gd name="T12" fmla="*/ 643 w 1318"/>
                  <a:gd name="T13" fmla="*/ 29 h 1332"/>
                  <a:gd name="T14" fmla="*/ 436 w 1318"/>
                  <a:gd name="T15" fmla="*/ 1228 h 1332"/>
                  <a:gd name="T16" fmla="*/ 316 w 1318"/>
                  <a:gd name="T17" fmla="*/ 1131 h 1332"/>
                  <a:gd name="T18" fmla="*/ 365 w 1318"/>
                  <a:gd name="T19" fmla="*/ 1074 h 1332"/>
                  <a:gd name="T20" fmla="*/ 410 w 1318"/>
                  <a:gd name="T21" fmla="*/ 650 h 1332"/>
                  <a:gd name="T22" fmla="*/ 450 w 1318"/>
                  <a:gd name="T23" fmla="*/ 607 h 1332"/>
                  <a:gd name="T24" fmla="*/ 608 w 1318"/>
                  <a:gd name="T25" fmla="*/ 676 h 1332"/>
                  <a:gd name="T26" fmla="*/ 536 w 1318"/>
                  <a:gd name="T27" fmla="*/ 748 h 1332"/>
                  <a:gd name="T28" fmla="*/ 528 w 1318"/>
                  <a:gd name="T29" fmla="*/ 1091 h 1332"/>
                  <a:gd name="T30" fmla="*/ 546 w 1318"/>
                  <a:gd name="T31" fmla="*/ 1115 h 1332"/>
                  <a:gd name="T32" fmla="*/ 564 w 1318"/>
                  <a:gd name="T33" fmla="*/ 1037 h 1332"/>
                  <a:gd name="T34" fmla="*/ 656 w 1318"/>
                  <a:gd name="T35" fmla="*/ 701 h 1332"/>
                  <a:gd name="T36" fmla="*/ 726 w 1318"/>
                  <a:gd name="T37" fmla="*/ 737 h 1332"/>
                  <a:gd name="T38" fmla="*/ 762 w 1318"/>
                  <a:gd name="T39" fmla="*/ 1087 h 1332"/>
                  <a:gd name="T40" fmla="*/ 780 w 1318"/>
                  <a:gd name="T41" fmla="*/ 1114 h 1332"/>
                  <a:gd name="T42" fmla="*/ 800 w 1318"/>
                  <a:gd name="T43" fmla="*/ 1079 h 1332"/>
                  <a:gd name="T44" fmla="*/ 799 w 1318"/>
                  <a:gd name="T45" fmla="*/ 793 h 1332"/>
                  <a:gd name="T46" fmla="*/ 718 w 1318"/>
                  <a:gd name="T47" fmla="*/ 677 h 1332"/>
                  <a:gd name="T48" fmla="*/ 778 w 1318"/>
                  <a:gd name="T49" fmla="*/ 637 h 1332"/>
                  <a:gd name="T50" fmla="*/ 842 w 1318"/>
                  <a:gd name="T51" fmla="*/ 586 h 1332"/>
                  <a:gd name="T52" fmla="*/ 917 w 1318"/>
                  <a:gd name="T53" fmla="*/ 643 h 1332"/>
                  <a:gd name="T54" fmla="*/ 935 w 1318"/>
                  <a:gd name="T55" fmla="*/ 977 h 1332"/>
                  <a:gd name="T56" fmla="*/ 986 w 1318"/>
                  <a:gd name="T57" fmla="*/ 1141 h 1332"/>
                  <a:gd name="T58" fmla="*/ 876 w 1318"/>
                  <a:gd name="T59" fmla="*/ 1229 h 1332"/>
                  <a:gd name="T60" fmla="*/ 723 w 1318"/>
                  <a:gd name="T61" fmla="*/ 882 h 1332"/>
                  <a:gd name="T62" fmla="*/ 707 w 1318"/>
                  <a:gd name="T63" fmla="*/ 882 h 1332"/>
                  <a:gd name="T64" fmla="*/ 690 w 1318"/>
                  <a:gd name="T65" fmla="*/ 939 h 1332"/>
                  <a:gd name="T66" fmla="*/ 668 w 1318"/>
                  <a:gd name="T67" fmla="*/ 861 h 1332"/>
                  <a:gd name="T68" fmla="*/ 627 w 1318"/>
                  <a:gd name="T69" fmla="*/ 849 h 1332"/>
                  <a:gd name="T70" fmla="*/ 660 w 1318"/>
                  <a:gd name="T71" fmla="*/ 840 h 1332"/>
                  <a:gd name="T72" fmla="*/ 743 w 1318"/>
                  <a:gd name="T73" fmla="*/ 798 h 1332"/>
                  <a:gd name="T74" fmla="*/ 661 w 1318"/>
                  <a:gd name="T75" fmla="*/ 765 h 1332"/>
                  <a:gd name="T76" fmla="*/ 632 w 1318"/>
                  <a:gd name="T77" fmla="*/ 752 h 1332"/>
                  <a:gd name="T78" fmla="*/ 609 w 1318"/>
                  <a:gd name="T79" fmla="*/ 746 h 1332"/>
                  <a:gd name="T80" fmla="*/ 612 w 1318"/>
                  <a:gd name="T81" fmla="*/ 790 h 1332"/>
                  <a:gd name="T82" fmla="*/ 655 w 1318"/>
                  <a:gd name="T83" fmla="*/ 796 h 1332"/>
                  <a:gd name="T84" fmla="*/ 606 w 1318"/>
                  <a:gd name="T85" fmla="*/ 833 h 1332"/>
                  <a:gd name="T86" fmla="*/ 619 w 1318"/>
                  <a:gd name="T87" fmla="*/ 871 h 1332"/>
                  <a:gd name="T88" fmla="*/ 611 w 1318"/>
                  <a:gd name="T89" fmla="*/ 928 h 1332"/>
                  <a:gd name="T90" fmla="*/ 647 w 1318"/>
                  <a:gd name="T91" fmla="*/ 971 h 1332"/>
                  <a:gd name="T92" fmla="*/ 651 w 1318"/>
                  <a:gd name="T93" fmla="*/ 1048 h 1332"/>
                  <a:gd name="T94" fmla="*/ 628 w 1318"/>
                  <a:gd name="T95" fmla="*/ 997 h 1332"/>
                  <a:gd name="T96" fmla="*/ 615 w 1318"/>
                  <a:gd name="T97" fmla="*/ 960 h 1332"/>
                  <a:gd name="T98" fmla="*/ 597 w 1318"/>
                  <a:gd name="T99" fmla="*/ 978 h 1332"/>
                  <a:gd name="T100" fmla="*/ 645 w 1318"/>
                  <a:gd name="T101" fmla="*/ 1079 h 1332"/>
                  <a:gd name="T102" fmla="*/ 649 w 1318"/>
                  <a:gd name="T103" fmla="*/ 1180 h 1332"/>
                  <a:gd name="T104" fmla="*/ 682 w 1318"/>
                  <a:gd name="T105" fmla="*/ 1189 h 1332"/>
                  <a:gd name="T106" fmla="*/ 696 w 1318"/>
                  <a:gd name="T107" fmla="*/ 1080 h 1332"/>
                  <a:gd name="T108" fmla="*/ 740 w 1318"/>
                  <a:gd name="T109" fmla="*/ 960 h 1332"/>
                  <a:gd name="T110" fmla="*/ 715 w 1318"/>
                  <a:gd name="T111" fmla="*/ 957 h 1332"/>
                  <a:gd name="T112" fmla="*/ 867 w 1318"/>
                  <a:gd name="T113" fmla="*/ 1275 h 1332"/>
                  <a:gd name="T114" fmla="*/ 475 w 1318"/>
                  <a:gd name="T115" fmla="*/ 1212 h 1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318" h="1332">
                    <a:moveTo>
                      <a:pt x="410" y="1281"/>
                    </a:moveTo>
                    <a:cubicBezTo>
                      <a:pt x="415" y="1271"/>
                      <a:pt x="420" y="1260"/>
                      <a:pt x="426" y="1249"/>
                    </a:cubicBezTo>
                    <a:cubicBezTo>
                      <a:pt x="254" y="1177"/>
                      <a:pt x="130" y="1058"/>
                      <a:pt x="61" y="885"/>
                    </a:cubicBezTo>
                    <a:cubicBezTo>
                      <a:pt x="7" y="752"/>
                      <a:pt x="0" y="614"/>
                      <a:pt x="40" y="476"/>
                    </a:cubicBezTo>
                    <a:cubicBezTo>
                      <a:pt x="122" y="192"/>
                      <a:pt x="382" y="0"/>
                      <a:pt x="672" y="8"/>
                    </a:cubicBezTo>
                    <a:cubicBezTo>
                      <a:pt x="972" y="17"/>
                      <a:pt x="1215" y="227"/>
                      <a:pt x="1280" y="499"/>
                    </a:cubicBezTo>
                    <a:cubicBezTo>
                      <a:pt x="1318" y="655"/>
                      <a:pt x="1299" y="805"/>
                      <a:pt x="1224" y="947"/>
                    </a:cubicBezTo>
                    <a:cubicBezTo>
                      <a:pt x="1150" y="1089"/>
                      <a:pt x="1036" y="1189"/>
                      <a:pt x="886" y="1249"/>
                    </a:cubicBezTo>
                    <a:cubicBezTo>
                      <a:pt x="892" y="1260"/>
                      <a:pt x="897" y="1271"/>
                      <a:pt x="903" y="1283"/>
                    </a:cubicBezTo>
                    <a:cubicBezTo>
                      <a:pt x="813" y="1318"/>
                      <a:pt x="720" y="1332"/>
                      <a:pt x="625" y="1329"/>
                    </a:cubicBezTo>
                    <a:cubicBezTo>
                      <a:pt x="559" y="1326"/>
                      <a:pt x="444" y="1301"/>
                      <a:pt x="410" y="1281"/>
                    </a:cubicBezTo>
                    <a:close/>
                    <a:moveTo>
                      <a:pt x="876" y="1229"/>
                    </a:moveTo>
                    <a:cubicBezTo>
                      <a:pt x="1097" y="1152"/>
                      <a:pt x="1310" y="903"/>
                      <a:pt x="1273" y="578"/>
                    </a:cubicBezTo>
                    <a:cubicBezTo>
                      <a:pt x="1238" y="266"/>
                      <a:pt x="968" y="22"/>
                      <a:pt x="643" y="29"/>
                    </a:cubicBezTo>
                    <a:cubicBezTo>
                      <a:pt x="319" y="36"/>
                      <a:pt x="54" y="295"/>
                      <a:pt x="37" y="617"/>
                    </a:cubicBezTo>
                    <a:cubicBezTo>
                      <a:pt x="21" y="923"/>
                      <a:pt x="227" y="1156"/>
                      <a:pt x="436" y="1228"/>
                    </a:cubicBezTo>
                    <a:cubicBezTo>
                      <a:pt x="440" y="1220"/>
                      <a:pt x="444" y="1212"/>
                      <a:pt x="449" y="1203"/>
                    </a:cubicBezTo>
                    <a:cubicBezTo>
                      <a:pt x="401" y="1184"/>
                      <a:pt x="357" y="1161"/>
                      <a:pt x="316" y="1131"/>
                    </a:cubicBezTo>
                    <a:cubicBezTo>
                      <a:pt x="335" y="1132"/>
                      <a:pt x="346" y="1122"/>
                      <a:pt x="353" y="1106"/>
                    </a:cubicBezTo>
                    <a:cubicBezTo>
                      <a:pt x="357" y="1095"/>
                      <a:pt x="362" y="1085"/>
                      <a:pt x="365" y="1074"/>
                    </a:cubicBezTo>
                    <a:cubicBezTo>
                      <a:pt x="389" y="985"/>
                      <a:pt x="401" y="895"/>
                      <a:pt x="406" y="804"/>
                    </a:cubicBezTo>
                    <a:cubicBezTo>
                      <a:pt x="408" y="752"/>
                      <a:pt x="409" y="701"/>
                      <a:pt x="410" y="650"/>
                    </a:cubicBezTo>
                    <a:cubicBezTo>
                      <a:pt x="410" y="646"/>
                      <a:pt x="412" y="642"/>
                      <a:pt x="415" y="640"/>
                    </a:cubicBezTo>
                    <a:cubicBezTo>
                      <a:pt x="426" y="628"/>
                      <a:pt x="437" y="616"/>
                      <a:pt x="450" y="607"/>
                    </a:cubicBezTo>
                    <a:cubicBezTo>
                      <a:pt x="465" y="596"/>
                      <a:pt x="482" y="588"/>
                      <a:pt x="500" y="577"/>
                    </a:cubicBezTo>
                    <a:cubicBezTo>
                      <a:pt x="523" y="626"/>
                      <a:pt x="560" y="656"/>
                      <a:pt x="608" y="676"/>
                    </a:cubicBezTo>
                    <a:cubicBezTo>
                      <a:pt x="597" y="684"/>
                      <a:pt x="587" y="691"/>
                      <a:pt x="578" y="697"/>
                    </a:cubicBezTo>
                    <a:cubicBezTo>
                      <a:pt x="558" y="710"/>
                      <a:pt x="545" y="727"/>
                      <a:pt x="536" y="748"/>
                    </a:cubicBezTo>
                    <a:cubicBezTo>
                      <a:pt x="524" y="774"/>
                      <a:pt x="518" y="802"/>
                      <a:pt x="519" y="831"/>
                    </a:cubicBezTo>
                    <a:cubicBezTo>
                      <a:pt x="522" y="918"/>
                      <a:pt x="525" y="1004"/>
                      <a:pt x="528" y="1091"/>
                    </a:cubicBezTo>
                    <a:cubicBezTo>
                      <a:pt x="528" y="1096"/>
                      <a:pt x="529" y="1101"/>
                      <a:pt x="530" y="1106"/>
                    </a:cubicBezTo>
                    <a:cubicBezTo>
                      <a:pt x="531" y="1116"/>
                      <a:pt x="537" y="1119"/>
                      <a:pt x="546" y="1115"/>
                    </a:cubicBezTo>
                    <a:cubicBezTo>
                      <a:pt x="556" y="1111"/>
                      <a:pt x="562" y="1104"/>
                      <a:pt x="562" y="1094"/>
                    </a:cubicBezTo>
                    <a:cubicBezTo>
                      <a:pt x="563" y="1075"/>
                      <a:pt x="564" y="1056"/>
                      <a:pt x="564" y="1037"/>
                    </a:cubicBezTo>
                    <a:cubicBezTo>
                      <a:pt x="565" y="971"/>
                      <a:pt x="564" y="905"/>
                      <a:pt x="566" y="839"/>
                    </a:cubicBezTo>
                    <a:cubicBezTo>
                      <a:pt x="567" y="775"/>
                      <a:pt x="597" y="728"/>
                      <a:pt x="656" y="701"/>
                    </a:cubicBezTo>
                    <a:cubicBezTo>
                      <a:pt x="659" y="700"/>
                      <a:pt x="662" y="698"/>
                      <a:pt x="665" y="699"/>
                    </a:cubicBezTo>
                    <a:cubicBezTo>
                      <a:pt x="690" y="705"/>
                      <a:pt x="712" y="714"/>
                      <a:pt x="726" y="737"/>
                    </a:cubicBezTo>
                    <a:cubicBezTo>
                      <a:pt x="747" y="772"/>
                      <a:pt x="760" y="810"/>
                      <a:pt x="761" y="851"/>
                    </a:cubicBezTo>
                    <a:cubicBezTo>
                      <a:pt x="762" y="929"/>
                      <a:pt x="762" y="1008"/>
                      <a:pt x="762" y="1087"/>
                    </a:cubicBezTo>
                    <a:cubicBezTo>
                      <a:pt x="762" y="1091"/>
                      <a:pt x="762" y="1094"/>
                      <a:pt x="763" y="1098"/>
                    </a:cubicBezTo>
                    <a:cubicBezTo>
                      <a:pt x="764" y="1108"/>
                      <a:pt x="771" y="1114"/>
                      <a:pt x="780" y="1114"/>
                    </a:cubicBezTo>
                    <a:cubicBezTo>
                      <a:pt x="790" y="1114"/>
                      <a:pt x="797" y="1108"/>
                      <a:pt x="799" y="1099"/>
                    </a:cubicBezTo>
                    <a:cubicBezTo>
                      <a:pt x="800" y="1092"/>
                      <a:pt x="800" y="1085"/>
                      <a:pt x="800" y="1079"/>
                    </a:cubicBezTo>
                    <a:cubicBezTo>
                      <a:pt x="801" y="1051"/>
                      <a:pt x="801" y="1024"/>
                      <a:pt x="801" y="996"/>
                    </a:cubicBezTo>
                    <a:cubicBezTo>
                      <a:pt x="803" y="929"/>
                      <a:pt x="805" y="861"/>
                      <a:pt x="799" y="793"/>
                    </a:cubicBezTo>
                    <a:cubicBezTo>
                      <a:pt x="795" y="742"/>
                      <a:pt x="772" y="705"/>
                      <a:pt x="727" y="682"/>
                    </a:cubicBezTo>
                    <a:cubicBezTo>
                      <a:pt x="724" y="680"/>
                      <a:pt x="721" y="679"/>
                      <a:pt x="718" y="677"/>
                    </a:cubicBezTo>
                    <a:cubicBezTo>
                      <a:pt x="716" y="676"/>
                      <a:pt x="714" y="675"/>
                      <a:pt x="712" y="674"/>
                    </a:cubicBezTo>
                    <a:cubicBezTo>
                      <a:pt x="736" y="664"/>
                      <a:pt x="760" y="655"/>
                      <a:pt x="778" y="637"/>
                    </a:cubicBezTo>
                    <a:cubicBezTo>
                      <a:pt x="796" y="619"/>
                      <a:pt x="811" y="599"/>
                      <a:pt x="827" y="580"/>
                    </a:cubicBezTo>
                    <a:cubicBezTo>
                      <a:pt x="831" y="582"/>
                      <a:pt x="836" y="584"/>
                      <a:pt x="842" y="586"/>
                    </a:cubicBezTo>
                    <a:cubicBezTo>
                      <a:pt x="869" y="597"/>
                      <a:pt x="891" y="615"/>
                      <a:pt x="912" y="634"/>
                    </a:cubicBezTo>
                    <a:cubicBezTo>
                      <a:pt x="915" y="636"/>
                      <a:pt x="917" y="640"/>
                      <a:pt x="917" y="643"/>
                    </a:cubicBezTo>
                    <a:cubicBezTo>
                      <a:pt x="918" y="676"/>
                      <a:pt x="917" y="709"/>
                      <a:pt x="919" y="742"/>
                    </a:cubicBezTo>
                    <a:cubicBezTo>
                      <a:pt x="924" y="820"/>
                      <a:pt x="929" y="898"/>
                      <a:pt x="935" y="977"/>
                    </a:cubicBezTo>
                    <a:cubicBezTo>
                      <a:pt x="938" y="1014"/>
                      <a:pt x="942" y="1052"/>
                      <a:pt x="958" y="1087"/>
                    </a:cubicBezTo>
                    <a:cubicBezTo>
                      <a:pt x="966" y="1105"/>
                      <a:pt x="976" y="1123"/>
                      <a:pt x="986" y="1141"/>
                    </a:cubicBezTo>
                    <a:cubicBezTo>
                      <a:pt x="948" y="1166"/>
                      <a:pt x="907" y="1187"/>
                      <a:pt x="863" y="1204"/>
                    </a:cubicBezTo>
                    <a:cubicBezTo>
                      <a:pt x="868" y="1213"/>
                      <a:pt x="872" y="1221"/>
                      <a:pt x="876" y="1229"/>
                    </a:cubicBezTo>
                    <a:close/>
                    <a:moveTo>
                      <a:pt x="715" y="957"/>
                    </a:moveTo>
                    <a:cubicBezTo>
                      <a:pt x="734" y="933"/>
                      <a:pt x="731" y="908"/>
                      <a:pt x="723" y="882"/>
                    </a:cubicBezTo>
                    <a:cubicBezTo>
                      <a:pt x="722" y="879"/>
                      <a:pt x="717" y="876"/>
                      <a:pt x="714" y="873"/>
                    </a:cubicBezTo>
                    <a:cubicBezTo>
                      <a:pt x="712" y="876"/>
                      <a:pt x="708" y="879"/>
                      <a:pt x="707" y="882"/>
                    </a:cubicBezTo>
                    <a:cubicBezTo>
                      <a:pt x="704" y="893"/>
                      <a:pt x="702" y="905"/>
                      <a:pt x="699" y="916"/>
                    </a:cubicBezTo>
                    <a:cubicBezTo>
                      <a:pt x="697" y="924"/>
                      <a:pt x="693" y="931"/>
                      <a:pt x="690" y="939"/>
                    </a:cubicBezTo>
                    <a:cubicBezTo>
                      <a:pt x="688" y="921"/>
                      <a:pt x="688" y="904"/>
                      <a:pt x="687" y="887"/>
                    </a:cubicBezTo>
                    <a:cubicBezTo>
                      <a:pt x="687" y="871"/>
                      <a:pt x="683" y="866"/>
                      <a:pt x="668" y="861"/>
                    </a:cubicBezTo>
                    <a:cubicBezTo>
                      <a:pt x="659" y="858"/>
                      <a:pt x="650" y="856"/>
                      <a:pt x="641" y="854"/>
                    </a:cubicBezTo>
                    <a:cubicBezTo>
                      <a:pt x="636" y="852"/>
                      <a:pt x="631" y="850"/>
                      <a:pt x="627" y="849"/>
                    </a:cubicBezTo>
                    <a:cubicBezTo>
                      <a:pt x="627" y="847"/>
                      <a:pt x="627" y="846"/>
                      <a:pt x="627" y="845"/>
                    </a:cubicBezTo>
                    <a:cubicBezTo>
                      <a:pt x="638" y="843"/>
                      <a:pt x="649" y="841"/>
                      <a:pt x="660" y="840"/>
                    </a:cubicBezTo>
                    <a:cubicBezTo>
                      <a:pt x="677" y="838"/>
                      <a:pt x="695" y="837"/>
                      <a:pt x="712" y="837"/>
                    </a:cubicBezTo>
                    <a:cubicBezTo>
                      <a:pt x="735" y="836"/>
                      <a:pt x="741" y="814"/>
                      <a:pt x="743" y="798"/>
                    </a:cubicBezTo>
                    <a:cubicBezTo>
                      <a:pt x="744" y="783"/>
                      <a:pt x="736" y="773"/>
                      <a:pt x="716" y="770"/>
                    </a:cubicBezTo>
                    <a:cubicBezTo>
                      <a:pt x="698" y="767"/>
                      <a:pt x="679" y="766"/>
                      <a:pt x="661" y="765"/>
                    </a:cubicBezTo>
                    <a:cubicBezTo>
                      <a:pt x="654" y="764"/>
                      <a:pt x="647" y="764"/>
                      <a:pt x="640" y="763"/>
                    </a:cubicBezTo>
                    <a:cubicBezTo>
                      <a:pt x="633" y="762"/>
                      <a:pt x="630" y="759"/>
                      <a:pt x="632" y="752"/>
                    </a:cubicBezTo>
                    <a:cubicBezTo>
                      <a:pt x="633" y="750"/>
                      <a:pt x="632" y="746"/>
                      <a:pt x="631" y="745"/>
                    </a:cubicBezTo>
                    <a:cubicBezTo>
                      <a:pt x="626" y="740"/>
                      <a:pt x="613" y="740"/>
                      <a:pt x="609" y="746"/>
                    </a:cubicBezTo>
                    <a:cubicBezTo>
                      <a:pt x="605" y="754"/>
                      <a:pt x="601" y="763"/>
                      <a:pt x="599" y="771"/>
                    </a:cubicBezTo>
                    <a:cubicBezTo>
                      <a:pt x="597" y="782"/>
                      <a:pt x="602" y="788"/>
                      <a:pt x="612" y="790"/>
                    </a:cubicBezTo>
                    <a:cubicBezTo>
                      <a:pt x="624" y="791"/>
                      <a:pt x="635" y="791"/>
                      <a:pt x="646" y="790"/>
                    </a:cubicBezTo>
                    <a:cubicBezTo>
                      <a:pt x="652" y="790"/>
                      <a:pt x="654" y="791"/>
                      <a:pt x="655" y="796"/>
                    </a:cubicBezTo>
                    <a:cubicBezTo>
                      <a:pt x="657" y="806"/>
                      <a:pt x="653" y="811"/>
                      <a:pt x="642" y="815"/>
                    </a:cubicBezTo>
                    <a:cubicBezTo>
                      <a:pt x="630" y="820"/>
                      <a:pt x="617" y="826"/>
                      <a:pt x="606" y="833"/>
                    </a:cubicBezTo>
                    <a:cubicBezTo>
                      <a:pt x="596" y="840"/>
                      <a:pt x="597" y="848"/>
                      <a:pt x="604" y="856"/>
                    </a:cubicBezTo>
                    <a:cubicBezTo>
                      <a:pt x="609" y="862"/>
                      <a:pt x="614" y="867"/>
                      <a:pt x="619" y="871"/>
                    </a:cubicBezTo>
                    <a:cubicBezTo>
                      <a:pt x="623" y="875"/>
                      <a:pt x="624" y="878"/>
                      <a:pt x="621" y="884"/>
                    </a:cubicBezTo>
                    <a:cubicBezTo>
                      <a:pt x="614" y="897"/>
                      <a:pt x="610" y="912"/>
                      <a:pt x="611" y="928"/>
                    </a:cubicBezTo>
                    <a:cubicBezTo>
                      <a:pt x="612" y="938"/>
                      <a:pt x="616" y="945"/>
                      <a:pt x="624" y="951"/>
                    </a:cubicBezTo>
                    <a:cubicBezTo>
                      <a:pt x="632" y="957"/>
                      <a:pt x="640" y="964"/>
                      <a:pt x="647" y="971"/>
                    </a:cubicBezTo>
                    <a:cubicBezTo>
                      <a:pt x="649" y="973"/>
                      <a:pt x="651" y="976"/>
                      <a:pt x="651" y="979"/>
                    </a:cubicBezTo>
                    <a:cubicBezTo>
                      <a:pt x="651" y="1001"/>
                      <a:pt x="651" y="1024"/>
                      <a:pt x="651" y="1048"/>
                    </a:cubicBezTo>
                    <a:cubicBezTo>
                      <a:pt x="648" y="1044"/>
                      <a:pt x="645" y="1040"/>
                      <a:pt x="641" y="1036"/>
                    </a:cubicBezTo>
                    <a:cubicBezTo>
                      <a:pt x="633" y="1024"/>
                      <a:pt x="627" y="1012"/>
                      <a:pt x="628" y="997"/>
                    </a:cubicBezTo>
                    <a:cubicBezTo>
                      <a:pt x="628" y="988"/>
                      <a:pt x="626" y="979"/>
                      <a:pt x="624" y="971"/>
                    </a:cubicBezTo>
                    <a:cubicBezTo>
                      <a:pt x="622" y="966"/>
                      <a:pt x="617" y="960"/>
                      <a:pt x="615" y="960"/>
                    </a:cubicBezTo>
                    <a:cubicBezTo>
                      <a:pt x="610" y="961"/>
                      <a:pt x="605" y="965"/>
                      <a:pt x="600" y="969"/>
                    </a:cubicBezTo>
                    <a:cubicBezTo>
                      <a:pt x="598" y="971"/>
                      <a:pt x="597" y="975"/>
                      <a:pt x="597" y="978"/>
                    </a:cubicBezTo>
                    <a:cubicBezTo>
                      <a:pt x="598" y="991"/>
                      <a:pt x="598" y="1004"/>
                      <a:pt x="599" y="1017"/>
                    </a:cubicBezTo>
                    <a:cubicBezTo>
                      <a:pt x="602" y="1047"/>
                      <a:pt x="616" y="1069"/>
                      <a:pt x="645" y="1079"/>
                    </a:cubicBezTo>
                    <a:cubicBezTo>
                      <a:pt x="651" y="1081"/>
                      <a:pt x="651" y="1085"/>
                      <a:pt x="651" y="1090"/>
                    </a:cubicBezTo>
                    <a:cubicBezTo>
                      <a:pt x="651" y="1120"/>
                      <a:pt x="651" y="1150"/>
                      <a:pt x="649" y="1180"/>
                    </a:cubicBezTo>
                    <a:cubicBezTo>
                      <a:pt x="649" y="1191"/>
                      <a:pt x="653" y="1196"/>
                      <a:pt x="662" y="1200"/>
                    </a:cubicBezTo>
                    <a:cubicBezTo>
                      <a:pt x="676" y="1207"/>
                      <a:pt x="681" y="1204"/>
                      <a:pt x="682" y="1189"/>
                    </a:cubicBezTo>
                    <a:cubicBezTo>
                      <a:pt x="684" y="1158"/>
                      <a:pt x="685" y="1127"/>
                      <a:pt x="686" y="1096"/>
                    </a:cubicBezTo>
                    <a:cubicBezTo>
                      <a:pt x="686" y="1088"/>
                      <a:pt x="689" y="1084"/>
                      <a:pt x="696" y="1080"/>
                    </a:cubicBezTo>
                    <a:cubicBezTo>
                      <a:pt x="711" y="1072"/>
                      <a:pt x="725" y="1062"/>
                      <a:pt x="731" y="1044"/>
                    </a:cubicBezTo>
                    <a:cubicBezTo>
                      <a:pt x="739" y="1017"/>
                      <a:pt x="739" y="989"/>
                      <a:pt x="740" y="960"/>
                    </a:cubicBezTo>
                    <a:cubicBezTo>
                      <a:pt x="737" y="959"/>
                      <a:pt x="735" y="958"/>
                      <a:pt x="732" y="958"/>
                    </a:cubicBezTo>
                    <a:cubicBezTo>
                      <a:pt x="727" y="958"/>
                      <a:pt x="722" y="958"/>
                      <a:pt x="715" y="957"/>
                    </a:cubicBezTo>
                    <a:close/>
                    <a:moveTo>
                      <a:pt x="445" y="1274"/>
                    </a:moveTo>
                    <a:cubicBezTo>
                      <a:pt x="586" y="1320"/>
                      <a:pt x="726" y="1321"/>
                      <a:pt x="867" y="1275"/>
                    </a:cubicBezTo>
                    <a:cubicBezTo>
                      <a:pt x="857" y="1253"/>
                      <a:pt x="847" y="1233"/>
                      <a:pt x="837" y="1213"/>
                    </a:cubicBezTo>
                    <a:cubicBezTo>
                      <a:pt x="716" y="1251"/>
                      <a:pt x="596" y="1250"/>
                      <a:pt x="475" y="1212"/>
                    </a:cubicBezTo>
                    <a:cubicBezTo>
                      <a:pt x="465" y="1233"/>
                      <a:pt x="455" y="1253"/>
                      <a:pt x="445" y="12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0"/>
              <p:cNvSpPr>
                <a:spLocks noEditPoints="1"/>
              </p:cNvSpPr>
              <p:nvPr/>
            </p:nvSpPr>
            <p:spPr bwMode="auto">
              <a:xfrm>
                <a:off x="3932238" y="2098675"/>
                <a:ext cx="374650" cy="471488"/>
              </a:xfrm>
              <a:custGeom>
                <a:avLst/>
                <a:gdLst>
                  <a:gd name="T0" fmla="*/ 129 w 148"/>
                  <a:gd name="T1" fmla="*/ 97 h 186"/>
                  <a:gd name="T2" fmla="*/ 138 w 148"/>
                  <a:gd name="T3" fmla="*/ 90 h 186"/>
                  <a:gd name="T4" fmla="*/ 148 w 148"/>
                  <a:gd name="T5" fmla="*/ 88 h 186"/>
                  <a:gd name="T6" fmla="*/ 147 w 148"/>
                  <a:gd name="T7" fmla="*/ 97 h 186"/>
                  <a:gd name="T8" fmla="*/ 142 w 148"/>
                  <a:gd name="T9" fmla="*/ 106 h 186"/>
                  <a:gd name="T10" fmla="*/ 114 w 148"/>
                  <a:gd name="T11" fmla="*/ 150 h 186"/>
                  <a:gd name="T12" fmla="*/ 62 w 148"/>
                  <a:gd name="T13" fmla="*/ 185 h 186"/>
                  <a:gd name="T14" fmla="*/ 31 w 148"/>
                  <a:gd name="T15" fmla="*/ 185 h 186"/>
                  <a:gd name="T16" fmla="*/ 10 w 148"/>
                  <a:gd name="T17" fmla="*/ 147 h 186"/>
                  <a:gd name="T18" fmla="*/ 21 w 148"/>
                  <a:gd name="T19" fmla="*/ 147 h 186"/>
                  <a:gd name="T20" fmla="*/ 36 w 148"/>
                  <a:gd name="T21" fmla="*/ 154 h 186"/>
                  <a:gd name="T22" fmla="*/ 47 w 148"/>
                  <a:gd name="T23" fmla="*/ 140 h 186"/>
                  <a:gd name="T24" fmla="*/ 49 w 148"/>
                  <a:gd name="T25" fmla="*/ 134 h 186"/>
                  <a:gd name="T26" fmla="*/ 43 w 148"/>
                  <a:gd name="T27" fmla="*/ 107 h 186"/>
                  <a:gd name="T28" fmla="*/ 36 w 148"/>
                  <a:gd name="T29" fmla="*/ 101 h 186"/>
                  <a:gd name="T30" fmla="*/ 10 w 148"/>
                  <a:gd name="T31" fmla="*/ 102 h 186"/>
                  <a:gd name="T32" fmla="*/ 4 w 148"/>
                  <a:gd name="T33" fmla="*/ 105 h 186"/>
                  <a:gd name="T34" fmla="*/ 0 w 148"/>
                  <a:gd name="T35" fmla="*/ 95 h 186"/>
                  <a:gd name="T36" fmla="*/ 5 w 148"/>
                  <a:gd name="T37" fmla="*/ 84 h 186"/>
                  <a:gd name="T38" fmla="*/ 33 w 148"/>
                  <a:gd name="T39" fmla="*/ 25 h 186"/>
                  <a:gd name="T40" fmla="*/ 43 w 148"/>
                  <a:gd name="T41" fmla="*/ 8 h 186"/>
                  <a:gd name="T42" fmla="*/ 61 w 148"/>
                  <a:gd name="T43" fmla="*/ 1 h 186"/>
                  <a:gd name="T44" fmla="*/ 69 w 148"/>
                  <a:gd name="T45" fmla="*/ 14 h 186"/>
                  <a:gd name="T46" fmla="*/ 67 w 148"/>
                  <a:gd name="T47" fmla="*/ 42 h 186"/>
                  <a:gd name="T48" fmla="*/ 79 w 148"/>
                  <a:gd name="T49" fmla="*/ 48 h 186"/>
                  <a:gd name="T50" fmla="*/ 85 w 148"/>
                  <a:gd name="T51" fmla="*/ 36 h 186"/>
                  <a:gd name="T52" fmla="*/ 126 w 148"/>
                  <a:gd name="T53" fmla="*/ 17 h 186"/>
                  <a:gd name="T54" fmla="*/ 138 w 148"/>
                  <a:gd name="T55" fmla="*/ 40 h 186"/>
                  <a:gd name="T56" fmla="*/ 127 w 148"/>
                  <a:gd name="T57" fmla="*/ 92 h 186"/>
                  <a:gd name="T58" fmla="*/ 127 w 148"/>
                  <a:gd name="T59" fmla="*/ 95 h 186"/>
                  <a:gd name="T60" fmla="*/ 129 w 148"/>
                  <a:gd name="T61" fmla="*/ 97 h 186"/>
                  <a:gd name="T62" fmla="*/ 72 w 148"/>
                  <a:gd name="T63" fmla="*/ 131 h 186"/>
                  <a:gd name="T64" fmla="*/ 69 w 148"/>
                  <a:gd name="T65" fmla="*/ 133 h 186"/>
                  <a:gd name="T66" fmla="*/ 78 w 148"/>
                  <a:gd name="T67" fmla="*/ 142 h 186"/>
                  <a:gd name="T68" fmla="*/ 97 w 148"/>
                  <a:gd name="T69" fmla="*/ 139 h 186"/>
                  <a:gd name="T70" fmla="*/ 110 w 148"/>
                  <a:gd name="T71" fmla="*/ 118 h 186"/>
                  <a:gd name="T72" fmla="*/ 130 w 148"/>
                  <a:gd name="T73" fmla="*/ 37 h 186"/>
                  <a:gd name="T74" fmla="*/ 118 w 148"/>
                  <a:gd name="T75" fmla="*/ 23 h 186"/>
                  <a:gd name="T76" fmla="*/ 91 w 148"/>
                  <a:gd name="T77" fmla="*/ 41 h 186"/>
                  <a:gd name="T78" fmla="*/ 92 w 148"/>
                  <a:gd name="T79" fmla="*/ 65 h 186"/>
                  <a:gd name="T80" fmla="*/ 109 w 148"/>
                  <a:gd name="T81" fmla="*/ 97 h 186"/>
                  <a:gd name="T82" fmla="*/ 107 w 148"/>
                  <a:gd name="T83" fmla="*/ 109 h 186"/>
                  <a:gd name="T84" fmla="*/ 96 w 148"/>
                  <a:gd name="T85" fmla="*/ 104 h 186"/>
                  <a:gd name="T86" fmla="*/ 85 w 148"/>
                  <a:gd name="T87" fmla="*/ 92 h 186"/>
                  <a:gd name="T88" fmla="*/ 80 w 148"/>
                  <a:gd name="T89" fmla="*/ 88 h 186"/>
                  <a:gd name="T90" fmla="*/ 78 w 148"/>
                  <a:gd name="T91" fmla="*/ 89 h 186"/>
                  <a:gd name="T92" fmla="*/ 79 w 148"/>
                  <a:gd name="T93" fmla="*/ 99 h 186"/>
                  <a:gd name="T94" fmla="*/ 87 w 148"/>
                  <a:gd name="T95" fmla="*/ 113 h 186"/>
                  <a:gd name="T96" fmla="*/ 89 w 148"/>
                  <a:gd name="T97" fmla="*/ 126 h 186"/>
                  <a:gd name="T98" fmla="*/ 77 w 148"/>
                  <a:gd name="T99" fmla="*/ 131 h 186"/>
                  <a:gd name="T100" fmla="*/ 72 w 148"/>
                  <a:gd name="T101" fmla="*/ 131 h 186"/>
                  <a:gd name="T102" fmla="*/ 40 w 148"/>
                  <a:gd name="T103" fmla="*/ 71 h 186"/>
                  <a:gd name="T104" fmla="*/ 62 w 148"/>
                  <a:gd name="T105" fmla="*/ 82 h 186"/>
                  <a:gd name="T106" fmla="*/ 68 w 148"/>
                  <a:gd name="T107" fmla="*/ 81 h 186"/>
                  <a:gd name="T108" fmla="*/ 69 w 148"/>
                  <a:gd name="T109" fmla="*/ 73 h 186"/>
                  <a:gd name="T110" fmla="*/ 54 w 148"/>
                  <a:gd name="T111" fmla="*/ 61 h 186"/>
                  <a:gd name="T112" fmla="*/ 40 w 148"/>
                  <a:gd name="T113" fmla="*/ 71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48" h="186">
                    <a:moveTo>
                      <a:pt x="129" y="97"/>
                    </a:moveTo>
                    <a:cubicBezTo>
                      <a:pt x="132" y="94"/>
                      <a:pt x="134" y="91"/>
                      <a:pt x="138" y="90"/>
                    </a:cubicBezTo>
                    <a:cubicBezTo>
                      <a:pt x="141" y="88"/>
                      <a:pt x="144" y="88"/>
                      <a:pt x="148" y="88"/>
                    </a:cubicBezTo>
                    <a:cubicBezTo>
                      <a:pt x="148" y="91"/>
                      <a:pt x="148" y="94"/>
                      <a:pt x="147" y="97"/>
                    </a:cubicBezTo>
                    <a:cubicBezTo>
                      <a:pt x="146" y="100"/>
                      <a:pt x="144" y="104"/>
                      <a:pt x="142" y="106"/>
                    </a:cubicBezTo>
                    <a:cubicBezTo>
                      <a:pt x="127" y="118"/>
                      <a:pt x="120" y="134"/>
                      <a:pt x="114" y="150"/>
                    </a:cubicBezTo>
                    <a:cubicBezTo>
                      <a:pt x="104" y="175"/>
                      <a:pt x="89" y="185"/>
                      <a:pt x="62" y="185"/>
                    </a:cubicBezTo>
                    <a:cubicBezTo>
                      <a:pt x="52" y="185"/>
                      <a:pt x="42" y="186"/>
                      <a:pt x="31" y="185"/>
                    </a:cubicBezTo>
                    <a:cubicBezTo>
                      <a:pt x="12" y="184"/>
                      <a:pt x="1" y="164"/>
                      <a:pt x="10" y="147"/>
                    </a:cubicBezTo>
                    <a:cubicBezTo>
                      <a:pt x="14" y="140"/>
                      <a:pt x="18" y="143"/>
                      <a:pt x="21" y="147"/>
                    </a:cubicBezTo>
                    <a:cubicBezTo>
                      <a:pt x="24" y="153"/>
                      <a:pt x="29" y="155"/>
                      <a:pt x="36" y="154"/>
                    </a:cubicBezTo>
                    <a:cubicBezTo>
                      <a:pt x="44" y="152"/>
                      <a:pt x="46" y="147"/>
                      <a:pt x="47" y="140"/>
                    </a:cubicBezTo>
                    <a:cubicBezTo>
                      <a:pt x="47" y="138"/>
                      <a:pt x="48" y="136"/>
                      <a:pt x="49" y="134"/>
                    </a:cubicBezTo>
                    <a:cubicBezTo>
                      <a:pt x="55" y="118"/>
                      <a:pt x="55" y="118"/>
                      <a:pt x="43" y="107"/>
                    </a:cubicBezTo>
                    <a:cubicBezTo>
                      <a:pt x="41" y="105"/>
                      <a:pt x="38" y="103"/>
                      <a:pt x="36" y="101"/>
                    </a:cubicBezTo>
                    <a:cubicBezTo>
                      <a:pt x="23" y="89"/>
                      <a:pt x="23" y="89"/>
                      <a:pt x="10" y="102"/>
                    </a:cubicBezTo>
                    <a:cubicBezTo>
                      <a:pt x="9" y="103"/>
                      <a:pt x="6" y="104"/>
                      <a:pt x="4" y="105"/>
                    </a:cubicBezTo>
                    <a:cubicBezTo>
                      <a:pt x="3" y="101"/>
                      <a:pt x="0" y="98"/>
                      <a:pt x="0" y="95"/>
                    </a:cubicBezTo>
                    <a:cubicBezTo>
                      <a:pt x="0" y="91"/>
                      <a:pt x="3" y="87"/>
                      <a:pt x="5" y="84"/>
                    </a:cubicBezTo>
                    <a:cubicBezTo>
                      <a:pt x="16" y="65"/>
                      <a:pt x="28" y="48"/>
                      <a:pt x="33" y="25"/>
                    </a:cubicBezTo>
                    <a:cubicBezTo>
                      <a:pt x="34" y="19"/>
                      <a:pt x="39" y="13"/>
                      <a:pt x="43" y="8"/>
                    </a:cubicBezTo>
                    <a:cubicBezTo>
                      <a:pt x="47" y="1"/>
                      <a:pt x="54" y="0"/>
                      <a:pt x="61" y="1"/>
                    </a:cubicBezTo>
                    <a:cubicBezTo>
                      <a:pt x="67" y="3"/>
                      <a:pt x="70" y="8"/>
                      <a:pt x="69" y="14"/>
                    </a:cubicBezTo>
                    <a:cubicBezTo>
                      <a:pt x="69" y="23"/>
                      <a:pt x="68" y="32"/>
                      <a:pt x="67" y="42"/>
                    </a:cubicBezTo>
                    <a:cubicBezTo>
                      <a:pt x="70" y="43"/>
                      <a:pt x="74" y="45"/>
                      <a:pt x="79" y="48"/>
                    </a:cubicBezTo>
                    <a:cubicBezTo>
                      <a:pt x="81" y="44"/>
                      <a:pt x="83" y="40"/>
                      <a:pt x="85" y="36"/>
                    </a:cubicBezTo>
                    <a:cubicBezTo>
                      <a:pt x="92" y="22"/>
                      <a:pt x="111" y="14"/>
                      <a:pt x="126" y="17"/>
                    </a:cubicBezTo>
                    <a:cubicBezTo>
                      <a:pt x="135" y="20"/>
                      <a:pt x="140" y="29"/>
                      <a:pt x="138" y="40"/>
                    </a:cubicBezTo>
                    <a:cubicBezTo>
                      <a:pt x="135" y="58"/>
                      <a:pt x="131" y="75"/>
                      <a:pt x="127" y="92"/>
                    </a:cubicBezTo>
                    <a:cubicBezTo>
                      <a:pt x="127" y="93"/>
                      <a:pt x="127" y="94"/>
                      <a:pt x="127" y="95"/>
                    </a:cubicBezTo>
                    <a:cubicBezTo>
                      <a:pt x="127" y="96"/>
                      <a:pt x="128" y="96"/>
                      <a:pt x="129" y="97"/>
                    </a:cubicBezTo>
                    <a:close/>
                    <a:moveTo>
                      <a:pt x="72" y="131"/>
                    </a:moveTo>
                    <a:cubicBezTo>
                      <a:pt x="71" y="132"/>
                      <a:pt x="70" y="132"/>
                      <a:pt x="69" y="133"/>
                    </a:cubicBezTo>
                    <a:cubicBezTo>
                      <a:pt x="72" y="136"/>
                      <a:pt x="75" y="142"/>
                      <a:pt x="78" y="142"/>
                    </a:cubicBezTo>
                    <a:cubicBezTo>
                      <a:pt x="84" y="143"/>
                      <a:pt x="93" y="143"/>
                      <a:pt x="97" y="139"/>
                    </a:cubicBezTo>
                    <a:cubicBezTo>
                      <a:pt x="103" y="134"/>
                      <a:pt x="108" y="126"/>
                      <a:pt x="110" y="118"/>
                    </a:cubicBezTo>
                    <a:cubicBezTo>
                      <a:pt x="118" y="92"/>
                      <a:pt x="124" y="64"/>
                      <a:pt x="130" y="37"/>
                    </a:cubicBezTo>
                    <a:cubicBezTo>
                      <a:pt x="131" y="30"/>
                      <a:pt x="125" y="23"/>
                      <a:pt x="118" y="23"/>
                    </a:cubicBezTo>
                    <a:cubicBezTo>
                      <a:pt x="105" y="24"/>
                      <a:pt x="97" y="31"/>
                      <a:pt x="91" y="41"/>
                    </a:cubicBezTo>
                    <a:cubicBezTo>
                      <a:pt x="86" y="50"/>
                      <a:pt x="87" y="57"/>
                      <a:pt x="92" y="65"/>
                    </a:cubicBezTo>
                    <a:cubicBezTo>
                      <a:pt x="99" y="75"/>
                      <a:pt x="104" y="86"/>
                      <a:pt x="109" y="97"/>
                    </a:cubicBezTo>
                    <a:cubicBezTo>
                      <a:pt x="110" y="100"/>
                      <a:pt x="108" y="105"/>
                      <a:pt x="107" y="109"/>
                    </a:cubicBezTo>
                    <a:cubicBezTo>
                      <a:pt x="103" y="107"/>
                      <a:pt x="99" y="107"/>
                      <a:pt x="96" y="104"/>
                    </a:cubicBezTo>
                    <a:cubicBezTo>
                      <a:pt x="91" y="101"/>
                      <a:pt x="88" y="96"/>
                      <a:pt x="85" y="92"/>
                    </a:cubicBezTo>
                    <a:cubicBezTo>
                      <a:pt x="83" y="91"/>
                      <a:pt x="82" y="89"/>
                      <a:pt x="80" y="88"/>
                    </a:cubicBezTo>
                    <a:cubicBezTo>
                      <a:pt x="79" y="88"/>
                      <a:pt x="78" y="89"/>
                      <a:pt x="78" y="89"/>
                    </a:cubicBezTo>
                    <a:cubicBezTo>
                      <a:pt x="78" y="92"/>
                      <a:pt x="78" y="96"/>
                      <a:pt x="79" y="99"/>
                    </a:cubicBezTo>
                    <a:cubicBezTo>
                      <a:pt x="82" y="104"/>
                      <a:pt x="85" y="108"/>
                      <a:pt x="87" y="113"/>
                    </a:cubicBezTo>
                    <a:cubicBezTo>
                      <a:pt x="89" y="117"/>
                      <a:pt x="91" y="123"/>
                      <a:pt x="89" y="126"/>
                    </a:cubicBezTo>
                    <a:cubicBezTo>
                      <a:pt x="87" y="129"/>
                      <a:pt x="81" y="130"/>
                      <a:pt x="77" y="131"/>
                    </a:cubicBezTo>
                    <a:cubicBezTo>
                      <a:pt x="75" y="132"/>
                      <a:pt x="74" y="131"/>
                      <a:pt x="72" y="131"/>
                    </a:cubicBezTo>
                    <a:close/>
                    <a:moveTo>
                      <a:pt x="40" y="71"/>
                    </a:moveTo>
                    <a:cubicBezTo>
                      <a:pt x="49" y="75"/>
                      <a:pt x="55" y="79"/>
                      <a:pt x="62" y="82"/>
                    </a:cubicBezTo>
                    <a:cubicBezTo>
                      <a:pt x="64" y="83"/>
                      <a:pt x="68" y="82"/>
                      <a:pt x="68" y="81"/>
                    </a:cubicBezTo>
                    <a:cubicBezTo>
                      <a:pt x="69" y="79"/>
                      <a:pt x="70" y="75"/>
                      <a:pt x="69" y="73"/>
                    </a:cubicBezTo>
                    <a:cubicBezTo>
                      <a:pt x="64" y="68"/>
                      <a:pt x="60" y="63"/>
                      <a:pt x="54" y="61"/>
                    </a:cubicBezTo>
                    <a:cubicBezTo>
                      <a:pt x="51" y="60"/>
                      <a:pt x="46" y="66"/>
                      <a:pt x="40" y="7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" name="Freeform 11"/>
              <p:cNvSpPr>
                <a:spLocks noEditPoints="1"/>
              </p:cNvSpPr>
              <p:nvPr/>
            </p:nvSpPr>
            <p:spPr bwMode="auto">
              <a:xfrm>
                <a:off x="4860925" y="1165225"/>
                <a:ext cx="396875" cy="512763"/>
              </a:xfrm>
              <a:custGeom>
                <a:avLst/>
                <a:gdLst>
                  <a:gd name="T0" fmla="*/ 117 w 157"/>
                  <a:gd name="T1" fmla="*/ 182 h 203"/>
                  <a:gd name="T2" fmla="*/ 105 w 157"/>
                  <a:gd name="T3" fmla="*/ 203 h 203"/>
                  <a:gd name="T4" fmla="*/ 95 w 157"/>
                  <a:gd name="T5" fmla="*/ 182 h 203"/>
                  <a:gd name="T6" fmla="*/ 70 w 157"/>
                  <a:gd name="T7" fmla="*/ 170 h 203"/>
                  <a:gd name="T8" fmla="*/ 52 w 157"/>
                  <a:gd name="T9" fmla="*/ 167 h 203"/>
                  <a:gd name="T10" fmla="*/ 26 w 157"/>
                  <a:gd name="T11" fmla="*/ 179 h 203"/>
                  <a:gd name="T12" fmla="*/ 25 w 157"/>
                  <a:gd name="T13" fmla="*/ 115 h 203"/>
                  <a:gd name="T14" fmla="*/ 45 w 157"/>
                  <a:gd name="T15" fmla="*/ 104 h 203"/>
                  <a:gd name="T16" fmla="*/ 38 w 157"/>
                  <a:gd name="T17" fmla="*/ 76 h 203"/>
                  <a:gd name="T18" fmla="*/ 11 w 157"/>
                  <a:gd name="T19" fmla="*/ 56 h 203"/>
                  <a:gd name="T20" fmla="*/ 39 w 157"/>
                  <a:gd name="T21" fmla="*/ 40 h 203"/>
                  <a:gd name="T22" fmla="*/ 47 w 157"/>
                  <a:gd name="T23" fmla="*/ 8 h 203"/>
                  <a:gd name="T24" fmla="*/ 59 w 157"/>
                  <a:gd name="T25" fmla="*/ 31 h 203"/>
                  <a:gd name="T26" fmla="*/ 68 w 157"/>
                  <a:gd name="T27" fmla="*/ 1 h 203"/>
                  <a:gd name="T28" fmla="*/ 86 w 157"/>
                  <a:gd name="T29" fmla="*/ 33 h 203"/>
                  <a:gd name="T30" fmla="*/ 69 w 157"/>
                  <a:gd name="T31" fmla="*/ 64 h 203"/>
                  <a:gd name="T32" fmla="*/ 82 w 157"/>
                  <a:gd name="T33" fmla="*/ 72 h 203"/>
                  <a:gd name="T34" fmla="*/ 146 w 157"/>
                  <a:gd name="T35" fmla="*/ 60 h 203"/>
                  <a:gd name="T36" fmla="*/ 151 w 157"/>
                  <a:gd name="T37" fmla="*/ 150 h 203"/>
                  <a:gd name="T38" fmla="*/ 112 w 157"/>
                  <a:gd name="T39" fmla="*/ 167 h 203"/>
                  <a:gd name="T40" fmla="*/ 117 w 157"/>
                  <a:gd name="T41" fmla="*/ 145 h 203"/>
                  <a:gd name="T42" fmla="*/ 144 w 157"/>
                  <a:gd name="T43" fmla="*/ 140 h 203"/>
                  <a:gd name="T44" fmla="*/ 110 w 157"/>
                  <a:gd name="T45" fmla="*/ 61 h 203"/>
                  <a:gd name="T46" fmla="*/ 69 w 157"/>
                  <a:gd name="T47" fmla="*/ 117 h 203"/>
                  <a:gd name="T48" fmla="*/ 84 w 157"/>
                  <a:gd name="T49" fmla="*/ 95 h 203"/>
                  <a:gd name="T50" fmla="*/ 101 w 157"/>
                  <a:gd name="T51" fmla="*/ 106 h 203"/>
                  <a:gd name="T52" fmla="*/ 106 w 157"/>
                  <a:gd name="T53" fmla="*/ 130 h 203"/>
                  <a:gd name="T54" fmla="*/ 47 w 157"/>
                  <a:gd name="T55" fmla="*/ 149 h 203"/>
                  <a:gd name="T56" fmla="*/ 74 w 157"/>
                  <a:gd name="T57" fmla="*/ 142 h 203"/>
                  <a:gd name="T58" fmla="*/ 72 w 157"/>
                  <a:gd name="T59" fmla="*/ 133 h 203"/>
                  <a:gd name="T60" fmla="*/ 52 w 157"/>
                  <a:gd name="T61" fmla="*/ 130 h 203"/>
                  <a:gd name="T62" fmla="*/ 89 w 157"/>
                  <a:gd name="T63" fmla="*/ 158 h 203"/>
                  <a:gd name="T64" fmla="*/ 77 w 157"/>
                  <a:gd name="T65" fmla="*/ 160 h 203"/>
                  <a:gd name="T66" fmla="*/ 89 w 157"/>
                  <a:gd name="T67" fmla="*/ 158 h 2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57" h="203">
                    <a:moveTo>
                      <a:pt x="112" y="167"/>
                    </a:moveTo>
                    <a:cubicBezTo>
                      <a:pt x="114" y="174"/>
                      <a:pt x="116" y="178"/>
                      <a:pt x="117" y="182"/>
                    </a:cubicBezTo>
                    <a:cubicBezTo>
                      <a:pt x="117" y="185"/>
                      <a:pt x="119" y="189"/>
                      <a:pt x="117" y="191"/>
                    </a:cubicBezTo>
                    <a:cubicBezTo>
                      <a:pt x="114" y="196"/>
                      <a:pt x="109" y="202"/>
                      <a:pt x="105" y="203"/>
                    </a:cubicBezTo>
                    <a:cubicBezTo>
                      <a:pt x="98" y="203"/>
                      <a:pt x="97" y="195"/>
                      <a:pt x="96" y="189"/>
                    </a:cubicBezTo>
                    <a:cubicBezTo>
                      <a:pt x="96" y="187"/>
                      <a:pt x="96" y="185"/>
                      <a:pt x="95" y="182"/>
                    </a:cubicBezTo>
                    <a:cubicBezTo>
                      <a:pt x="93" y="182"/>
                      <a:pt x="92" y="182"/>
                      <a:pt x="91" y="182"/>
                    </a:cubicBezTo>
                    <a:cubicBezTo>
                      <a:pt x="75" y="187"/>
                      <a:pt x="73" y="186"/>
                      <a:pt x="70" y="170"/>
                    </a:cubicBezTo>
                    <a:cubicBezTo>
                      <a:pt x="69" y="163"/>
                      <a:pt x="63" y="158"/>
                      <a:pt x="56" y="160"/>
                    </a:cubicBezTo>
                    <a:cubicBezTo>
                      <a:pt x="54" y="161"/>
                      <a:pt x="53" y="164"/>
                      <a:pt x="52" y="167"/>
                    </a:cubicBezTo>
                    <a:cubicBezTo>
                      <a:pt x="51" y="172"/>
                      <a:pt x="50" y="181"/>
                      <a:pt x="49" y="181"/>
                    </a:cubicBezTo>
                    <a:cubicBezTo>
                      <a:pt x="41" y="182"/>
                      <a:pt x="33" y="183"/>
                      <a:pt x="26" y="179"/>
                    </a:cubicBezTo>
                    <a:cubicBezTo>
                      <a:pt x="9" y="171"/>
                      <a:pt x="0" y="136"/>
                      <a:pt x="10" y="119"/>
                    </a:cubicBezTo>
                    <a:cubicBezTo>
                      <a:pt x="14" y="111"/>
                      <a:pt x="18" y="110"/>
                      <a:pt x="25" y="115"/>
                    </a:cubicBezTo>
                    <a:cubicBezTo>
                      <a:pt x="30" y="118"/>
                      <a:pt x="33" y="117"/>
                      <a:pt x="36" y="114"/>
                    </a:cubicBezTo>
                    <a:cubicBezTo>
                      <a:pt x="39" y="110"/>
                      <a:pt x="42" y="107"/>
                      <a:pt x="45" y="104"/>
                    </a:cubicBezTo>
                    <a:cubicBezTo>
                      <a:pt x="52" y="98"/>
                      <a:pt x="53" y="91"/>
                      <a:pt x="49" y="82"/>
                    </a:cubicBezTo>
                    <a:cubicBezTo>
                      <a:pt x="46" y="78"/>
                      <a:pt x="44" y="75"/>
                      <a:pt x="38" y="76"/>
                    </a:cubicBezTo>
                    <a:cubicBezTo>
                      <a:pt x="26" y="77"/>
                      <a:pt x="16" y="71"/>
                      <a:pt x="12" y="61"/>
                    </a:cubicBezTo>
                    <a:cubicBezTo>
                      <a:pt x="11" y="59"/>
                      <a:pt x="11" y="57"/>
                      <a:pt x="11" y="56"/>
                    </a:cubicBezTo>
                    <a:cubicBezTo>
                      <a:pt x="18" y="55"/>
                      <a:pt x="25" y="56"/>
                      <a:pt x="31" y="54"/>
                    </a:cubicBezTo>
                    <a:cubicBezTo>
                      <a:pt x="37" y="52"/>
                      <a:pt x="39" y="48"/>
                      <a:pt x="39" y="40"/>
                    </a:cubicBezTo>
                    <a:cubicBezTo>
                      <a:pt x="38" y="32"/>
                      <a:pt x="39" y="23"/>
                      <a:pt x="41" y="15"/>
                    </a:cubicBezTo>
                    <a:cubicBezTo>
                      <a:pt x="41" y="12"/>
                      <a:pt x="45" y="10"/>
                      <a:pt x="47" y="8"/>
                    </a:cubicBezTo>
                    <a:cubicBezTo>
                      <a:pt x="48" y="10"/>
                      <a:pt x="51" y="12"/>
                      <a:pt x="52" y="14"/>
                    </a:cubicBezTo>
                    <a:cubicBezTo>
                      <a:pt x="54" y="19"/>
                      <a:pt x="56" y="25"/>
                      <a:pt x="59" y="31"/>
                    </a:cubicBezTo>
                    <a:cubicBezTo>
                      <a:pt x="70" y="24"/>
                      <a:pt x="72" y="19"/>
                      <a:pt x="68" y="8"/>
                    </a:cubicBezTo>
                    <a:cubicBezTo>
                      <a:pt x="67" y="6"/>
                      <a:pt x="68" y="3"/>
                      <a:pt x="68" y="1"/>
                    </a:cubicBezTo>
                    <a:cubicBezTo>
                      <a:pt x="70" y="1"/>
                      <a:pt x="73" y="0"/>
                      <a:pt x="75" y="1"/>
                    </a:cubicBezTo>
                    <a:cubicBezTo>
                      <a:pt x="88" y="6"/>
                      <a:pt x="93" y="21"/>
                      <a:pt x="86" y="33"/>
                    </a:cubicBezTo>
                    <a:cubicBezTo>
                      <a:pt x="82" y="40"/>
                      <a:pt x="77" y="46"/>
                      <a:pt x="73" y="52"/>
                    </a:cubicBezTo>
                    <a:cubicBezTo>
                      <a:pt x="71" y="56"/>
                      <a:pt x="69" y="60"/>
                      <a:pt x="69" y="64"/>
                    </a:cubicBezTo>
                    <a:cubicBezTo>
                      <a:pt x="69" y="67"/>
                      <a:pt x="70" y="72"/>
                      <a:pt x="72" y="74"/>
                    </a:cubicBezTo>
                    <a:cubicBezTo>
                      <a:pt x="73" y="75"/>
                      <a:pt x="79" y="73"/>
                      <a:pt x="82" y="72"/>
                    </a:cubicBezTo>
                    <a:cubicBezTo>
                      <a:pt x="93" y="66"/>
                      <a:pt x="104" y="59"/>
                      <a:pt x="115" y="54"/>
                    </a:cubicBezTo>
                    <a:cubicBezTo>
                      <a:pt x="126" y="50"/>
                      <a:pt x="136" y="54"/>
                      <a:pt x="146" y="60"/>
                    </a:cubicBezTo>
                    <a:cubicBezTo>
                      <a:pt x="149" y="62"/>
                      <a:pt x="152" y="66"/>
                      <a:pt x="152" y="69"/>
                    </a:cubicBezTo>
                    <a:cubicBezTo>
                      <a:pt x="155" y="96"/>
                      <a:pt x="157" y="123"/>
                      <a:pt x="151" y="150"/>
                    </a:cubicBezTo>
                    <a:cubicBezTo>
                      <a:pt x="148" y="166"/>
                      <a:pt x="139" y="171"/>
                      <a:pt x="123" y="169"/>
                    </a:cubicBezTo>
                    <a:cubicBezTo>
                      <a:pt x="120" y="168"/>
                      <a:pt x="117" y="168"/>
                      <a:pt x="112" y="167"/>
                    </a:cubicBezTo>
                    <a:close/>
                    <a:moveTo>
                      <a:pt x="106" y="130"/>
                    </a:moveTo>
                    <a:cubicBezTo>
                      <a:pt x="111" y="136"/>
                      <a:pt x="116" y="140"/>
                      <a:pt x="117" y="145"/>
                    </a:cubicBezTo>
                    <a:cubicBezTo>
                      <a:pt x="118" y="154"/>
                      <a:pt x="119" y="155"/>
                      <a:pt x="127" y="154"/>
                    </a:cubicBezTo>
                    <a:cubicBezTo>
                      <a:pt x="136" y="154"/>
                      <a:pt x="141" y="149"/>
                      <a:pt x="144" y="140"/>
                    </a:cubicBezTo>
                    <a:cubicBezTo>
                      <a:pt x="150" y="120"/>
                      <a:pt x="146" y="99"/>
                      <a:pt x="144" y="79"/>
                    </a:cubicBezTo>
                    <a:cubicBezTo>
                      <a:pt x="142" y="61"/>
                      <a:pt x="126" y="53"/>
                      <a:pt x="110" y="61"/>
                    </a:cubicBezTo>
                    <a:cubicBezTo>
                      <a:pt x="93" y="70"/>
                      <a:pt x="77" y="80"/>
                      <a:pt x="66" y="96"/>
                    </a:cubicBezTo>
                    <a:cubicBezTo>
                      <a:pt x="59" y="105"/>
                      <a:pt x="59" y="108"/>
                      <a:pt x="69" y="117"/>
                    </a:cubicBezTo>
                    <a:cubicBezTo>
                      <a:pt x="71" y="114"/>
                      <a:pt x="74" y="111"/>
                      <a:pt x="76" y="108"/>
                    </a:cubicBezTo>
                    <a:cubicBezTo>
                      <a:pt x="79" y="104"/>
                      <a:pt x="81" y="99"/>
                      <a:pt x="84" y="95"/>
                    </a:cubicBezTo>
                    <a:cubicBezTo>
                      <a:pt x="89" y="89"/>
                      <a:pt x="99" y="88"/>
                      <a:pt x="104" y="93"/>
                    </a:cubicBezTo>
                    <a:cubicBezTo>
                      <a:pt x="109" y="99"/>
                      <a:pt x="103" y="102"/>
                      <a:pt x="101" y="106"/>
                    </a:cubicBezTo>
                    <a:cubicBezTo>
                      <a:pt x="99" y="108"/>
                      <a:pt x="98" y="111"/>
                      <a:pt x="96" y="114"/>
                    </a:cubicBezTo>
                    <a:cubicBezTo>
                      <a:pt x="106" y="117"/>
                      <a:pt x="112" y="122"/>
                      <a:pt x="106" y="130"/>
                    </a:cubicBezTo>
                    <a:close/>
                    <a:moveTo>
                      <a:pt x="50" y="122"/>
                    </a:moveTo>
                    <a:cubicBezTo>
                      <a:pt x="41" y="131"/>
                      <a:pt x="40" y="139"/>
                      <a:pt x="47" y="149"/>
                    </a:cubicBezTo>
                    <a:cubicBezTo>
                      <a:pt x="52" y="157"/>
                      <a:pt x="58" y="150"/>
                      <a:pt x="63" y="148"/>
                    </a:cubicBezTo>
                    <a:cubicBezTo>
                      <a:pt x="67" y="147"/>
                      <a:pt x="71" y="145"/>
                      <a:pt x="74" y="142"/>
                    </a:cubicBezTo>
                    <a:cubicBezTo>
                      <a:pt x="83" y="135"/>
                      <a:pt x="87" y="125"/>
                      <a:pt x="86" y="113"/>
                    </a:cubicBezTo>
                    <a:cubicBezTo>
                      <a:pt x="80" y="119"/>
                      <a:pt x="75" y="126"/>
                      <a:pt x="72" y="133"/>
                    </a:cubicBezTo>
                    <a:cubicBezTo>
                      <a:pt x="69" y="138"/>
                      <a:pt x="68" y="143"/>
                      <a:pt x="62" y="142"/>
                    </a:cubicBezTo>
                    <a:cubicBezTo>
                      <a:pt x="55" y="141"/>
                      <a:pt x="53" y="137"/>
                      <a:pt x="52" y="130"/>
                    </a:cubicBezTo>
                    <a:cubicBezTo>
                      <a:pt x="52" y="128"/>
                      <a:pt x="51" y="125"/>
                      <a:pt x="50" y="122"/>
                    </a:cubicBezTo>
                    <a:close/>
                    <a:moveTo>
                      <a:pt x="89" y="158"/>
                    </a:moveTo>
                    <a:cubicBezTo>
                      <a:pt x="86" y="155"/>
                      <a:pt x="84" y="153"/>
                      <a:pt x="82" y="151"/>
                    </a:cubicBezTo>
                    <a:cubicBezTo>
                      <a:pt x="80" y="154"/>
                      <a:pt x="77" y="157"/>
                      <a:pt x="77" y="160"/>
                    </a:cubicBezTo>
                    <a:cubicBezTo>
                      <a:pt x="76" y="162"/>
                      <a:pt x="80" y="165"/>
                      <a:pt x="82" y="167"/>
                    </a:cubicBezTo>
                    <a:cubicBezTo>
                      <a:pt x="84" y="164"/>
                      <a:pt x="86" y="162"/>
                      <a:pt x="89" y="1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" name="Freeform 12"/>
              <p:cNvSpPr>
                <a:spLocks noEditPoints="1"/>
              </p:cNvSpPr>
              <p:nvPr/>
            </p:nvSpPr>
            <p:spPr bwMode="auto">
              <a:xfrm>
                <a:off x="7315200" y="2152650"/>
                <a:ext cx="554038" cy="392113"/>
              </a:xfrm>
              <a:custGeom>
                <a:avLst/>
                <a:gdLst>
                  <a:gd name="T0" fmla="*/ 151 w 219"/>
                  <a:gd name="T1" fmla="*/ 35 h 155"/>
                  <a:gd name="T2" fmla="*/ 185 w 219"/>
                  <a:gd name="T3" fmla="*/ 42 h 155"/>
                  <a:gd name="T4" fmla="*/ 203 w 219"/>
                  <a:gd name="T5" fmla="*/ 42 h 155"/>
                  <a:gd name="T6" fmla="*/ 209 w 219"/>
                  <a:gd name="T7" fmla="*/ 48 h 155"/>
                  <a:gd name="T8" fmla="*/ 202 w 219"/>
                  <a:gd name="T9" fmla="*/ 53 h 155"/>
                  <a:gd name="T10" fmla="*/ 190 w 219"/>
                  <a:gd name="T11" fmla="*/ 54 h 155"/>
                  <a:gd name="T12" fmla="*/ 169 w 219"/>
                  <a:gd name="T13" fmla="*/ 64 h 155"/>
                  <a:gd name="T14" fmla="*/ 194 w 219"/>
                  <a:gd name="T15" fmla="*/ 69 h 155"/>
                  <a:gd name="T16" fmla="*/ 219 w 219"/>
                  <a:gd name="T17" fmla="*/ 70 h 155"/>
                  <a:gd name="T18" fmla="*/ 193 w 219"/>
                  <a:gd name="T19" fmla="*/ 82 h 155"/>
                  <a:gd name="T20" fmla="*/ 145 w 219"/>
                  <a:gd name="T21" fmla="*/ 92 h 155"/>
                  <a:gd name="T22" fmla="*/ 144 w 219"/>
                  <a:gd name="T23" fmla="*/ 104 h 155"/>
                  <a:gd name="T24" fmla="*/ 157 w 219"/>
                  <a:gd name="T25" fmla="*/ 142 h 155"/>
                  <a:gd name="T26" fmla="*/ 153 w 219"/>
                  <a:gd name="T27" fmla="*/ 154 h 155"/>
                  <a:gd name="T28" fmla="*/ 140 w 219"/>
                  <a:gd name="T29" fmla="*/ 151 h 155"/>
                  <a:gd name="T30" fmla="*/ 126 w 219"/>
                  <a:gd name="T31" fmla="*/ 136 h 155"/>
                  <a:gd name="T32" fmla="*/ 115 w 219"/>
                  <a:gd name="T33" fmla="*/ 106 h 155"/>
                  <a:gd name="T34" fmla="*/ 118 w 219"/>
                  <a:gd name="T35" fmla="*/ 105 h 155"/>
                  <a:gd name="T36" fmla="*/ 131 w 219"/>
                  <a:gd name="T37" fmla="*/ 125 h 155"/>
                  <a:gd name="T38" fmla="*/ 142 w 219"/>
                  <a:gd name="T39" fmla="*/ 134 h 155"/>
                  <a:gd name="T40" fmla="*/ 142 w 219"/>
                  <a:gd name="T41" fmla="*/ 119 h 155"/>
                  <a:gd name="T42" fmla="*/ 123 w 219"/>
                  <a:gd name="T43" fmla="*/ 97 h 155"/>
                  <a:gd name="T44" fmla="*/ 120 w 219"/>
                  <a:gd name="T45" fmla="*/ 94 h 155"/>
                  <a:gd name="T46" fmla="*/ 99 w 219"/>
                  <a:gd name="T47" fmla="*/ 66 h 155"/>
                  <a:gd name="T48" fmla="*/ 61 w 219"/>
                  <a:gd name="T49" fmla="*/ 43 h 155"/>
                  <a:gd name="T50" fmla="*/ 19 w 219"/>
                  <a:gd name="T51" fmla="*/ 36 h 155"/>
                  <a:gd name="T52" fmla="*/ 3 w 219"/>
                  <a:gd name="T53" fmla="*/ 33 h 155"/>
                  <a:gd name="T54" fmla="*/ 4 w 219"/>
                  <a:gd name="T55" fmla="*/ 17 h 155"/>
                  <a:gd name="T56" fmla="*/ 31 w 219"/>
                  <a:gd name="T57" fmla="*/ 3 h 155"/>
                  <a:gd name="T58" fmla="*/ 46 w 219"/>
                  <a:gd name="T59" fmla="*/ 4 h 155"/>
                  <a:gd name="T60" fmla="*/ 38 w 219"/>
                  <a:gd name="T61" fmla="*/ 24 h 155"/>
                  <a:gd name="T62" fmla="*/ 57 w 219"/>
                  <a:gd name="T63" fmla="*/ 34 h 155"/>
                  <a:gd name="T64" fmla="*/ 109 w 219"/>
                  <a:gd name="T65" fmla="*/ 66 h 155"/>
                  <a:gd name="T66" fmla="*/ 124 w 219"/>
                  <a:gd name="T67" fmla="*/ 61 h 155"/>
                  <a:gd name="T68" fmla="*/ 113 w 219"/>
                  <a:gd name="T69" fmla="*/ 59 h 155"/>
                  <a:gd name="T70" fmla="*/ 112 w 219"/>
                  <a:gd name="T71" fmla="*/ 57 h 155"/>
                  <a:gd name="T72" fmla="*/ 142 w 219"/>
                  <a:gd name="T73" fmla="*/ 48 h 155"/>
                  <a:gd name="T74" fmla="*/ 168 w 219"/>
                  <a:gd name="T75" fmla="*/ 51 h 155"/>
                  <a:gd name="T76" fmla="*/ 129 w 219"/>
                  <a:gd name="T77" fmla="*/ 45 h 155"/>
                  <a:gd name="T78" fmla="*/ 111 w 219"/>
                  <a:gd name="T79" fmla="*/ 52 h 155"/>
                  <a:gd name="T80" fmla="*/ 102 w 219"/>
                  <a:gd name="T81" fmla="*/ 53 h 155"/>
                  <a:gd name="T82" fmla="*/ 100 w 219"/>
                  <a:gd name="T83" fmla="*/ 50 h 155"/>
                  <a:gd name="T84" fmla="*/ 113 w 219"/>
                  <a:gd name="T85" fmla="*/ 43 h 155"/>
                  <a:gd name="T86" fmla="*/ 110 w 219"/>
                  <a:gd name="T87" fmla="*/ 40 h 155"/>
                  <a:gd name="T88" fmla="*/ 101 w 219"/>
                  <a:gd name="T89" fmla="*/ 41 h 155"/>
                  <a:gd name="T90" fmla="*/ 91 w 219"/>
                  <a:gd name="T91" fmla="*/ 37 h 155"/>
                  <a:gd name="T92" fmla="*/ 97 w 219"/>
                  <a:gd name="T93" fmla="*/ 24 h 155"/>
                  <a:gd name="T94" fmla="*/ 119 w 219"/>
                  <a:gd name="T95" fmla="*/ 19 h 155"/>
                  <a:gd name="T96" fmla="*/ 115 w 219"/>
                  <a:gd name="T97" fmla="*/ 29 h 155"/>
                  <a:gd name="T98" fmla="*/ 136 w 219"/>
                  <a:gd name="T99" fmla="*/ 28 h 155"/>
                  <a:gd name="T100" fmla="*/ 156 w 219"/>
                  <a:gd name="T101" fmla="*/ 13 h 155"/>
                  <a:gd name="T102" fmla="*/ 168 w 219"/>
                  <a:gd name="T103" fmla="*/ 13 h 155"/>
                  <a:gd name="T104" fmla="*/ 164 w 219"/>
                  <a:gd name="T105" fmla="*/ 27 h 155"/>
                  <a:gd name="T106" fmla="*/ 152 w 219"/>
                  <a:gd name="T107" fmla="*/ 33 h 155"/>
                  <a:gd name="T108" fmla="*/ 151 w 219"/>
                  <a:gd name="T109" fmla="*/ 35 h 155"/>
                  <a:gd name="T110" fmla="*/ 126 w 219"/>
                  <a:gd name="T111" fmla="*/ 76 h 155"/>
                  <a:gd name="T112" fmla="*/ 124 w 219"/>
                  <a:gd name="T113" fmla="*/ 80 h 155"/>
                  <a:gd name="T114" fmla="*/ 137 w 219"/>
                  <a:gd name="T115" fmla="*/ 86 h 155"/>
                  <a:gd name="T116" fmla="*/ 138 w 219"/>
                  <a:gd name="T117" fmla="*/ 79 h 155"/>
                  <a:gd name="T118" fmla="*/ 126 w 219"/>
                  <a:gd name="T119" fmla="*/ 76 h 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19" h="155">
                    <a:moveTo>
                      <a:pt x="151" y="35"/>
                    </a:moveTo>
                    <a:cubicBezTo>
                      <a:pt x="162" y="39"/>
                      <a:pt x="172" y="45"/>
                      <a:pt x="185" y="42"/>
                    </a:cubicBezTo>
                    <a:cubicBezTo>
                      <a:pt x="191" y="41"/>
                      <a:pt x="197" y="41"/>
                      <a:pt x="203" y="42"/>
                    </a:cubicBezTo>
                    <a:cubicBezTo>
                      <a:pt x="205" y="42"/>
                      <a:pt x="207" y="46"/>
                      <a:pt x="209" y="48"/>
                    </a:cubicBezTo>
                    <a:cubicBezTo>
                      <a:pt x="207" y="50"/>
                      <a:pt x="205" y="53"/>
                      <a:pt x="202" y="53"/>
                    </a:cubicBezTo>
                    <a:cubicBezTo>
                      <a:pt x="198" y="54"/>
                      <a:pt x="194" y="54"/>
                      <a:pt x="190" y="54"/>
                    </a:cubicBezTo>
                    <a:cubicBezTo>
                      <a:pt x="181" y="53"/>
                      <a:pt x="175" y="57"/>
                      <a:pt x="169" y="64"/>
                    </a:cubicBezTo>
                    <a:cubicBezTo>
                      <a:pt x="177" y="70"/>
                      <a:pt x="185" y="72"/>
                      <a:pt x="194" y="69"/>
                    </a:cubicBezTo>
                    <a:cubicBezTo>
                      <a:pt x="203" y="66"/>
                      <a:pt x="211" y="64"/>
                      <a:pt x="219" y="70"/>
                    </a:cubicBezTo>
                    <a:cubicBezTo>
                      <a:pt x="213" y="82"/>
                      <a:pt x="204" y="86"/>
                      <a:pt x="193" y="82"/>
                    </a:cubicBezTo>
                    <a:cubicBezTo>
                      <a:pt x="175" y="77"/>
                      <a:pt x="159" y="82"/>
                      <a:pt x="145" y="92"/>
                    </a:cubicBezTo>
                    <a:cubicBezTo>
                      <a:pt x="139" y="96"/>
                      <a:pt x="142" y="100"/>
                      <a:pt x="144" y="104"/>
                    </a:cubicBezTo>
                    <a:cubicBezTo>
                      <a:pt x="153" y="115"/>
                      <a:pt x="157" y="128"/>
                      <a:pt x="157" y="142"/>
                    </a:cubicBezTo>
                    <a:cubicBezTo>
                      <a:pt x="157" y="146"/>
                      <a:pt x="155" y="153"/>
                      <a:pt x="153" y="154"/>
                    </a:cubicBezTo>
                    <a:cubicBezTo>
                      <a:pt x="149" y="155"/>
                      <a:pt x="143" y="153"/>
                      <a:pt x="140" y="151"/>
                    </a:cubicBezTo>
                    <a:cubicBezTo>
                      <a:pt x="134" y="147"/>
                      <a:pt x="129" y="142"/>
                      <a:pt x="126" y="136"/>
                    </a:cubicBezTo>
                    <a:cubicBezTo>
                      <a:pt x="121" y="126"/>
                      <a:pt x="119" y="116"/>
                      <a:pt x="115" y="106"/>
                    </a:cubicBezTo>
                    <a:cubicBezTo>
                      <a:pt x="116" y="106"/>
                      <a:pt x="117" y="105"/>
                      <a:pt x="118" y="105"/>
                    </a:cubicBezTo>
                    <a:cubicBezTo>
                      <a:pt x="122" y="111"/>
                      <a:pt x="126" y="118"/>
                      <a:pt x="131" y="125"/>
                    </a:cubicBezTo>
                    <a:cubicBezTo>
                      <a:pt x="134" y="128"/>
                      <a:pt x="138" y="131"/>
                      <a:pt x="142" y="134"/>
                    </a:cubicBezTo>
                    <a:cubicBezTo>
                      <a:pt x="142" y="129"/>
                      <a:pt x="144" y="124"/>
                      <a:pt x="142" y="119"/>
                    </a:cubicBezTo>
                    <a:cubicBezTo>
                      <a:pt x="138" y="110"/>
                      <a:pt x="135" y="99"/>
                      <a:pt x="123" y="97"/>
                    </a:cubicBezTo>
                    <a:cubicBezTo>
                      <a:pt x="122" y="97"/>
                      <a:pt x="120" y="95"/>
                      <a:pt x="120" y="94"/>
                    </a:cubicBezTo>
                    <a:cubicBezTo>
                      <a:pt x="119" y="80"/>
                      <a:pt x="108" y="73"/>
                      <a:pt x="99" y="66"/>
                    </a:cubicBezTo>
                    <a:cubicBezTo>
                      <a:pt x="87" y="58"/>
                      <a:pt x="74" y="50"/>
                      <a:pt x="61" y="43"/>
                    </a:cubicBezTo>
                    <a:cubicBezTo>
                      <a:pt x="48" y="36"/>
                      <a:pt x="34" y="34"/>
                      <a:pt x="19" y="36"/>
                    </a:cubicBezTo>
                    <a:cubicBezTo>
                      <a:pt x="14" y="37"/>
                      <a:pt x="5" y="37"/>
                      <a:pt x="3" y="33"/>
                    </a:cubicBezTo>
                    <a:cubicBezTo>
                      <a:pt x="0" y="30"/>
                      <a:pt x="2" y="22"/>
                      <a:pt x="4" y="17"/>
                    </a:cubicBezTo>
                    <a:cubicBezTo>
                      <a:pt x="10" y="3"/>
                      <a:pt x="17" y="0"/>
                      <a:pt x="31" y="3"/>
                    </a:cubicBezTo>
                    <a:cubicBezTo>
                      <a:pt x="36" y="3"/>
                      <a:pt x="40" y="4"/>
                      <a:pt x="46" y="4"/>
                    </a:cubicBezTo>
                    <a:cubicBezTo>
                      <a:pt x="43" y="11"/>
                      <a:pt x="41" y="17"/>
                      <a:pt x="38" y="24"/>
                    </a:cubicBezTo>
                    <a:cubicBezTo>
                      <a:pt x="44" y="27"/>
                      <a:pt x="51" y="31"/>
                      <a:pt x="57" y="34"/>
                    </a:cubicBezTo>
                    <a:cubicBezTo>
                      <a:pt x="75" y="45"/>
                      <a:pt x="92" y="55"/>
                      <a:pt x="109" y="66"/>
                    </a:cubicBezTo>
                    <a:cubicBezTo>
                      <a:pt x="117" y="71"/>
                      <a:pt x="120" y="69"/>
                      <a:pt x="124" y="61"/>
                    </a:cubicBezTo>
                    <a:cubicBezTo>
                      <a:pt x="120" y="61"/>
                      <a:pt x="116" y="60"/>
                      <a:pt x="113" y="59"/>
                    </a:cubicBezTo>
                    <a:cubicBezTo>
                      <a:pt x="113" y="58"/>
                      <a:pt x="112" y="58"/>
                      <a:pt x="112" y="57"/>
                    </a:cubicBezTo>
                    <a:cubicBezTo>
                      <a:pt x="122" y="54"/>
                      <a:pt x="132" y="51"/>
                      <a:pt x="142" y="48"/>
                    </a:cubicBezTo>
                    <a:cubicBezTo>
                      <a:pt x="147" y="60"/>
                      <a:pt x="157" y="61"/>
                      <a:pt x="168" y="51"/>
                    </a:cubicBezTo>
                    <a:cubicBezTo>
                      <a:pt x="160" y="42"/>
                      <a:pt x="142" y="39"/>
                      <a:pt x="129" y="45"/>
                    </a:cubicBezTo>
                    <a:cubicBezTo>
                      <a:pt x="123" y="47"/>
                      <a:pt x="117" y="50"/>
                      <a:pt x="111" y="52"/>
                    </a:cubicBezTo>
                    <a:cubicBezTo>
                      <a:pt x="109" y="53"/>
                      <a:pt x="105" y="52"/>
                      <a:pt x="102" y="53"/>
                    </a:cubicBezTo>
                    <a:cubicBezTo>
                      <a:pt x="102" y="52"/>
                      <a:pt x="101" y="51"/>
                      <a:pt x="100" y="50"/>
                    </a:cubicBezTo>
                    <a:cubicBezTo>
                      <a:pt x="104" y="47"/>
                      <a:pt x="109" y="45"/>
                      <a:pt x="113" y="43"/>
                    </a:cubicBezTo>
                    <a:cubicBezTo>
                      <a:pt x="112" y="42"/>
                      <a:pt x="111" y="41"/>
                      <a:pt x="110" y="40"/>
                    </a:cubicBezTo>
                    <a:cubicBezTo>
                      <a:pt x="107" y="40"/>
                      <a:pt x="104" y="41"/>
                      <a:pt x="101" y="41"/>
                    </a:cubicBezTo>
                    <a:cubicBezTo>
                      <a:pt x="98" y="40"/>
                      <a:pt x="92" y="39"/>
                      <a:pt x="91" y="37"/>
                    </a:cubicBezTo>
                    <a:cubicBezTo>
                      <a:pt x="89" y="31"/>
                      <a:pt x="91" y="26"/>
                      <a:pt x="97" y="24"/>
                    </a:cubicBezTo>
                    <a:cubicBezTo>
                      <a:pt x="104" y="22"/>
                      <a:pt x="111" y="21"/>
                      <a:pt x="119" y="19"/>
                    </a:cubicBezTo>
                    <a:cubicBezTo>
                      <a:pt x="117" y="23"/>
                      <a:pt x="116" y="26"/>
                      <a:pt x="115" y="29"/>
                    </a:cubicBezTo>
                    <a:cubicBezTo>
                      <a:pt x="123" y="34"/>
                      <a:pt x="130" y="32"/>
                      <a:pt x="136" y="28"/>
                    </a:cubicBezTo>
                    <a:cubicBezTo>
                      <a:pt x="143" y="23"/>
                      <a:pt x="149" y="17"/>
                      <a:pt x="156" y="13"/>
                    </a:cubicBezTo>
                    <a:cubicBezTo>
                      <a:pt x="159" y="11"/>
                      <a:pt x="165" y="11"/>
                      <a:pt x="168" y="13"/>
                    </a:cubicBezTo>
                    <a:cubicBezTo>
                      <a:pt x="172" y="15"/>
                      <a:pt x="169" y="25"/>
                      <a:pt x="164" y="27"/>
                    </a:cubicBezTo>
                    <a:cubicBezTo>
                      <a:pt x="160" y="29"/>
                      <a:pt x="156" y="31"/>
                      <a:pt x="152" y="33"/>
                    </a:cubicBezTo>
                    <a:cubicBezTo>
                      <a:pt x="151" y="34"/>
                      <a:pt x="151" y="34"/>
                      <a:pt x="151" y="35"/>
                    </a:cubicBezTo>
                    <a:close/>
                    <a:moveTo>
                      <a:pt x="126" y="76"/>
                    </a:moveTo>
                    <a:cubicBezTo>
                      <a:pt x="125" y="77"/>
                      <a:pt x="125" y="78"/>
                      <a:pt x="124" y="80"/>
                    </a:cubicBezTo>
                    <a:cubicBezTo>
                      <a:pt x="128" y="82"/>
                      <a:pt x="132" y="84"/>
                      <a:pt x="137" y="86"/>
                    </a:cubicBezTo>
                    <a:cubicBezTo>
                      <a:pt x="137" y="83"/>
                      <a:pt x="139" y="81"/>
                      <a:pt x="138" y="79"/>
                    </a:cubicBezTo>
                    <a:cubicBezTo>
                      <a:pt x="135" y="72"/>
                      <a:pt x="130" y="74"/>
                      <a:pt x="126" y="7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" name="Freeform 13"/>
              <p:cNvSpPr/>
              <p:nvPr/>
            </p:nvSpPr>
            <p:spPr bwMode="auto">
              <a:xfrm>
                <a:off x="4657725" y="4679950"/>
                <a:ext cx="366713" cy="349250"/>
              </a:xfrm>
              <a:custGeom>
                <a:avLst/>
                <a:gdLst>
                  <a:gd name="T0" fmla="*/ 59 w 145"/>
                  <a:gd name="T1" fmla="*/ 69 h 138"/>
                  <a:gd name="T2" fmla="*/ 18 w 145"/>
                  <a:gd name="T3" fmla="*/ 105 h 138"/>
                  <a:gd name="T4" fmla="*/ 0 w 145"/>
                  <a:gd name="T5" fmla="*/ 104 h 138"/>
                  <a:gd name="T6" fmla="*/ 18 w 145"/>
                  <a:gd name="T7" fmla="*/ 38 h 138"/>
                  <a:gd name="T8" fmla="*/ 23 w 145"/>
                  <a:gd name="T9" fmla="*/ 21 h 138"/>
                  <a:gd name="T10" fmla="*/ 21 w 145"/>
                  <a:gd name="T11" fmla="*/ 5 h 138"/>
                  <a:gd name="T12" fmla="*/ 20 w 145"/>
                  <a:gd name="T13" fmla="*/ 1 h 138"/>
                  <a:gd name="T14" fmla="*/ 24 w 145"/>
                  <a:gd name="T15" fmla="*/ 0 h 138"/>
                  <a:gd name="T16" fmla="*/ 62 w 145"/>
                  <a:gd name="T17" fmla="*/ 23 h 138"/>
                  <a:gd name="T18" fmla="*/ 56 w 145"/>
                  <a:gd name="T19" fmla="*/ 25 h 138"/>
                  <a:gd name="T20" fmla="*/ 43 w 145"/>
                  <a:gd name="T21" fmla="*/ 33 h 138"/>
                  <a:gd name="T22" fmla="*/ 31 w 145"/>
                  <a:gd name="T23" fmla="*/ 84 h 138"/>
                  <a:gd name="T24" fmla="*/ 63 w 145"/>
                  <a:gd name="T25" fmla="*/ 56 h 138"/>
                  <a:gd name="T26" fmla="*/ 66 w 145"/>
                  <a:gd name="T27" fmla="*/ 33 h 138"/>
                  <a:gd name="T28" fmla="*/ 64 w 145"/>
                  <a:gd name="T29" fmla="*/ 28 h 138"/>
                  <a:gd name="T30" fmla="*/ 66 w 145"/>
                  <a:gd name="T31" fmla="*/ 26 h 138"/>
                  <a:gd name="T32" fmla="*/ 106 w 145"/>
                  <a:gd name="T33" fmla="*/ 50 h 138"/>
                  <a:gd name="T34" fmla="*/ 106 w 145"/>
                  <a:gd name="T35" fmla="*/ 52 h 138"/>
                  <a:gd name="T36" fmla="*/ 100 w 145"/>
                  <a:gd name="T37" fmla="*/ 52 h 138"/>
                  <a:gd name="T38" fmla="*/ 88 w 145"/>
                  <a:gd name="T39" fmla="*/ 58 h 138"/>
                  <a:gd name="T40" fmla="*/ 76 w 145"/>
                  <a:gd name="T41" fmla="*/ 110 h 138"/>
                  <a:gd name="T42" fmla="*/ 96 w 145"/>
                  <a:gd name="T43" fmla="*/ 93 h 138"/>
                  <a:gd name="T44" fmla="*/ 113 w 145"/>
                  <a:gd name="T45" fmla="*/ 79 h 138"/>
                  <a:gd name="T46" fmla="*/ 113 w 145"/>
                  <a:gd name="T47" fmla="*/ 60 h 138"/>
                  <a:gd name="T48" fmla="*/ 112 w 145"/>
                  <a:gd name="T49" fmla="*/ 56 h 138"/>
                  <a:gd name="T50" fmla="*/ 145 w 145"/>
                  <a:gd name="T51" fmla="*/ 73 h 138"/>
                  <a:gd name="T52" fmla="*/ 139 w 145"/>
                  <a:gd name="T53" fmla="*/ 76 h 138"/>
                  <a:gd name="T54" fmla="*/ 123 w 145"/>
                  <a:gd name="T55" fmla="*/ 80 h 138"/>
                  <a:gd name="T56" fmla="*/ 62 w 145"/>
                  <a:gd name="T57" fmla="*/ 132 h 138"/>
                  <a:gd name="T58" fmla="*/ 44 w 145"/>
                  <a:gd name="T59" fmla="*/ 131 h 138"/>
                  <a:gd name="T60" fmla="*/ 61 w 145"/>
                  <a:gd name="T61" fmla="*/ 70 h 138"/>
                  <a:gd name="T62" fmla="*/ 59 w 145"/>
                  <a:gd name="T63" fmla="*/ 69 h 1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45" h="138">
                    <a:moveTo>
                      <a:pt x="59" y="69"/>
                    </a:moveTo>
                    <a:cubicBezTo>
                      <a:pt x="45" y="81"/>
                      <a:pt x="31" y="92"/>
                      <a:pt x="18" y="105"/>
                    </a:cubicBezTo>
                    <a:cubicBezTo>
                      <a:pt x="11" y="110"/>
                      <a:pt x="6" y="112"/>
                      <a:pt x="0" y="104"/>
                    </a:cubicBezTo>
                    <a:cubicBezTo>
                      <a:pt x="6" y="83"/>
                      <a:pt x="12" y="61"/>
                      <a:pt x="18" y="38"/>
                    </a:cubicBezTo>
                    <a:cubicBezTo>
                      <a:pt x="19" y="33"/>
                      <a:pt x="22" y="27"/>
                      <a:pt x="23" y="21"/>
                    </a:cubicBezTo>
                    <a:cubicBezTo>
                      <a:pt x="23" y="16"/>
                      <a:pt x="21" y="10"/>
                      <a:pt x="21" y="5"/>
                    </a:cubicBezTo>
                    <a:cubicBezTo>
                      <a:pt x="21" y="4"/>
                      <a:pt x="20" y="2"/>
                      <a:pt x="20" y="1"/>
                    </a:cubicBezTo>
                    <a:cubicBezTo>
                      <a:pt x="21" y="0"/>
                      <a:pt x="23" y="0"/>
                      <a:pt x="24" y="0"/>
                    </a:cubicBezTo>
                    <a:cubicBezTo>
                      <a:pt x="36" y="8"/>
                      <a:pt x="48" y="15"/>
                      <a:pt x="62" y="23"/>
                    </a:cubicBezTo>
                    <a:cubicBezTo>
                      <a:pt x="59" y="24"/>
                      <a:pt x="57" y="26"/>
                      <a:pt x="56" y="25"/>
                    </a:cubicBezTo>
                    <a:cubicBezTo>
                      <a:pt x="48" y="21"/>
                      <a:pt x="45" y="26"/>
                      <a:pt x="43" y="33"/>
                    </a:cubicBezTo>
                    <a:cubicBezTo>
                      <a:pt x="39" y="50"/>
                      <a:pt x="34" y="66"/>
                      <a:pt x="31" y="84"/>
                    </a:cubicBezTo>
                    <a:cubicBezTo>
                      <a:pt x="42" y="75"/>
                      <a:pt x="53" y="66"/>
                      <a:pt x="63" y="56"/>
                    </a:cubicBezTo>
                    <a:cubicBezTo>
                      <a:pt x="69" y="50"/>
                      <a:pt x="70" y="41"/>
                      <a:pt x="66" y="33"/>
                    </a:cubicBezTo>
                    <a:cubicBezTo>
                      <a:pt x="66" y="31"/>
                      <a:pt x="65" y="29"/>
                      <a:pt x="64" y="28"/>
                    </a:cubicBezTo>
                    <a:cubicBezTo>
                      <a:pt x="65" y="27"/>
                      <a:pt x="65" y="26"/>
                      <a:pt x="66" y="26"/>
                    </a:cubicBezTo>
                    <a:cubicBezTo>
                      <a:pt x="79" y="34"/>
                      <a:pt x="93" y="42"/>
                      <a:pt x="106" y="50"/>
                    </a:cubicBezTo>
                    <a:cubicBezTo>
                      <a:pt x="106" y="50"/>
                      <a:pt x="106" y="51"/>
                      <a:pt x="106" y="52"/>
                    </a:cubicBezTo>
                    <a:cubicBezTo>
                      <a:pt x="104" y="52"/>
                      <a:pt x="102" y="53"/>
                      <a:pt x="100" y="52"/>
                    </a:cubicBezTo>
                    <a:cubicBezTo>
                      <a:pt x="94" y="49"/>
                      <a:pt x="90" y="51"/>
                      <a:pt x="88" y="58"/>
                    </a:cubicBezTo>
                    <a:cubicBezTo>
                      <a:pt x="84" y="75"/>
                      <a:pt x="79" y="92"/>
                      <a:pt x="76" y="110"/>
                    </a:cubicBezTo>
                    <a:cubicBezTo>
                      <a:pt x="83" y="104"/>
                      <a:pt x="89" y="98"/>
                      <a:pt x="96" y="93"/>
                    </a:cubicBezTo>
                    <a:cubicBezTo>
                      <a:pt x="102" y="88"/>
                      <a:pt x="107" y="83"/>
                      <a:pt x="113" y="79"/>
                    </a:cubicBezTo>
                    <a:cubicBezTo>
                      <a:pt x="122" y="71"/>
                      <a:pt x="122" y="68"/>
                      <a:pt x="113" y="60"/>
                    </a:cubicBezTo>
                    <a:cubicBezTo>
                      <a:pt x="113" y="59"/>
                      <a:pt x="112" y="58"/>
                      <a:pt x="112" y="56"/>
                    </a:cubicBezTo>
                    <a:cubicBezTo>
                      <a:pt x="124" y="59"/>
                      <a:pt x="133" y="67"/>
                      <a:pt x="145" y="73"/>
                    </a:cubicBezTo>
                    <a:cubicBezTo>
                      <a:pt x="142" y="74"/>
                      <a:pt x="140" y="76"/>
                      <a:pt x="139" y="76"/>
                    </a:cubicBezTo>
                    <a:cubicBezTo>
                      <a:pt x="132" y="72"/>
                      <a:pt x="127" y="76"/>
                      <a:pt x="123" y="80"/>
                    </a:cubicBezTo>
                    <a:cubicBezTo>
                      <a:pt x="102" y="97"/>
                      <a:pt x="82" y="114"/>
                      <a:pt x="62" y="132"/>
                    </a:cubicBezTo>
                    <a:cubicBezTo>
                      <a:pt x="56" y="137"/>
                      <a:pt x="51" y="138"/>
                      <a:pt x="44" y="131"/>
                    </a:cubicBezTo>
                    <a:cubicBezTo>
                      <a:pt x="50" y="111"/>
                      <a:pt x="55" y="91"/>
                      <a:pt x="61" y="70"/>
                    </a:cubicBezTo>
                    <a:cubicBezTo>
                      <a:pt x="60" y="70"/>
                      <a:pt x="60" y="70"/>
                      <a:pt x="59" y="6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" name="Freeform 14"/>
              <p:cNvSpPr/>
              <p:nvPr/>
            </p:nvSpPr>
            <p:spPr bwMode="auto">
              <a:xfrm>
                <a:off x="6388100" y="1263650"/>
                <a:ext cx="366713" cy="339725"/>
              </a:xfrm>
              <a:custGeom>
                <a:avLst/>
                <a:gdLst>
                  <a:gd name="T0" fmla="*/ 66 w 145"/>
                  <a:gd name="T1" fmla="*/ 79 h 134"/>
                  <a:gd name="T2" fmla="*/ 45 w 145"/>
                  <a:gd name="T3" fmla="*/ 79 h 134"/>
                  <a:gd name="T4" fmla="*/ 23 w 145"/>
                  <a:gd name="T5" fmla="*/ 48 h 134"/>
                  <a:gd name="T6" fmla="*/ 28 w 145"/>
                  <a:gd name="T7" fmla="*/ 42 h 134"/>
                  <a:gd name="T8" fmla="*/ 33 w 145"/>
                  <a:gd name="T9" fmla="*/ 46 h 134"/>
                  <a:gd name="T10" fmla="*/ 77 w 145"/>
                  <a:gd name="T11" fmla="*/ 56 h 134"/>
                  <a:gd name="T12" fmla="*/ 81 w 145"/>
                  <a:gd name="T13" fmla="*/ 53 h 134"/>
                  <a:gd name="T14" fmla="*/ 93 w 145"/>
                  <a:gd name="T15" fmla="*/ 10 h 134"/>
                  <a:gd name="T16" fmla="*/ 96 w 145"/>
                  <a:gd name="T17" fmla="*/ 0 h 134"/>
                  <a:gd name="T18" fmla="*/ 106 w 145"/>
                  <a:gd name="T19" fmla="*/ 4 h 134"/>
                  <a:gd name="T20" fmla="*/ 116 w 145"/>
                  <a:gd name="T21" fmla="*/ 44 h 134"/>
                  <a:gd name="T22" fmla="*/ 124 w 145"/>
                  <a:gd name="T23" fmla="*/ 58 h 134"/>
                  <a:gd name="T24" fmla="*/ 143 w 145"/>
                  <a:gd name="T25" fmla="*/ 69 h 134"/>
                  <a:gd name="T26" fmla="*/ 136 w 145"/>
                  <a:gd name="T27" fmla="*/ 79 h 134"/>
                  <a:gd name="T28" fmla="*/ 124 w 145"/>
                  <a:gd name="T29" fmla="*/ 77 h 134"/>
                  <a:gd name="T30" fmla="*/ 90 w 145"/>
                  <a:gd name="T31" fmla="*/ 86 h 134"/>
                  <a:gd name="T32" fmla="*/ 52 w 145"/>
                  <a:gd name="T33" fmla="*/ 121 h 134"/>
                  <a:gd name="T34" fmla="*/ 10 w 145"/>
                  <a:gd name="T35" fmla="*/ 131 h 134"/>
                  <a:gd name="T36" fmla="*/ 2 w 145"/>
                  <a:gd name="T37" fmla="*/ 117 h 134"/>
                  <a:gd name="T38" fmla="*/ 14 w 145"/>
                  <a:gd name="T39" fmla="*/ 109 h 134"/>
                  <a:gd name="T40" fmla="*/ 33 w 145"/>
                  <a:gd name="T41" fmla="*/ 105 h 134"/>
                  <a:gd name="T42" fmla="*/ 66 w 145"/>
                  <a:gd name="T43" fmla="*/ 79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45" h="134">
                    <a:moveTo>
                      <a:pt x="66" y="79"/>
                    </a:moveTo>
                    <a:cubicBezTo>
                      <a:pt x="58" y="79"/>
                      <a:pt x="51" y="79"/>
                      <a:pt x="45" y="79"/>
                    </a:cubicBezTo>
                    <a:cubicBezTo>
                      <a:pt x="23" y="78"/>
                      <a:pt x="20" y="64"/>
                      <a:pt x="23" y="48"/>
                    </a:cubicBezTo>
                    <a:cubicBezTo>
                      <a:pt x="23" y="45"/>
                      <a:pt x="26" y="43"/>
                      <a:pt x="28" y="42"/>
                    </a:cubicBezTo>
                    <a:cubicBezTo>
                      <a:pt x="29" y="42"/>
                      <a:pt x="32" y="44"/>
                      <a:pt x="33" y="46"/>
                    </a:cubicBezTo>
                    <a:cubicBezTo>
                      <a:pt x="41" y="56"/>
                      <a:pt x="66" y="62"/>
                      <a:pt x="77" y="56"/>
                    </a:cubicBezTo>
                    <a:cubicBezTo>
                      <a:pt x="79" y="55"/>
                      <a:pt x="80" y="54"/>
                      <a:pt x="81" y="53"/>
                    </a:cubicBezTo>
                    <a:cubicBezTo>
                      <a:pt x="88" y="40"/>
                      <a:pt x="94" y="26"/>
                      <a:pt x="93" y="10"/>
                    </a:cubicBezTo>
                    <a:cubicBezTo>
                      <a:pt x="93" y="7"/>
                      <a:pt x="95" y="3"/>
                      <a:pt x="96" y="0"/>
                    </a:cubicBezTo>
                    <a:cubicBezTo>
                      <a:pt x="99" y="1"/>
                      <a:pt x="104" y="1"/>
                      <a:pt x="106" y="4"/>
                    </a:cubicBezTo>
                    <a:cubicBezTo>
                      <a:pt x="119" y="19"/>
                      <a:pt x="124" y="27"/>
                      <a:pt x="116" y="44"/>
                    </a:cubicBezTo>
                    <a:cubicBezTo>
                      <a:pt x="110" y="55"/>
                      <a:pt x="112" y="57"/>
                      <a:pt x="124" y="58"/>
                    </a:cubicBezTo>
                    <a:cubicBezTo>
                      <a:pt x="132" y="59"/>
                      <a:pt x="140" y="61"/>
                      <a:pt x="143" y="69"/>
                    </a:cubicBezTo>
                    <a:cubicBezTo>
                      <a:pt x="145" y="76"/>
                      <a:pt x="142" y="79"/>
                      <a:pt x="136" y="79"/>
                    </a:cubicBezTo>
                    <a:cubicBezTo>
                      <a:pt x="132" y="78"/>
                      <a:pt x="128" y="78"/>
                      <a:pt x="124" y="77"/>
                    </a:cubicBezTo>
                    <a:cubicBezTo>
                      <a:pt x="111" y="72"/>
                      <a:pt x="100" y="75"/>
                      <a:pt x="90" y="86"/>
                    </a:cubicBezTo>
                    <a:cubicBezTo>
                      <a:pt x="78" y="98"/>
                      <a:pt x="65" y="109"/>
                      <a:pt x="52" y="121"/>
                    </a:cubicBezTo>
                    <a:cubicBezTo>
                      <a:pt x="40" y="134"/>
                      <a:pt x="25" y="133"/>
                      <a:pt x="10" y="131"/>
                    </a:cubicBezTo>
                    <a:cubicBezTo>
                      <a:pt x="3" y="130"/>
                      <a:pt x="0" y="124"/>
                      <a:pt x="2" y="117"/>
                    </a:cubicBezTo>
                    <a:cubicBezTo>
                      <a:pt x="3" y="111"/>
                      <a:pt x="7" y="108"/>
                      <a:pt x="14" y="109"/>
                    </a:cubicBezTo>
                    <a:cubicBezTo>
                      <a:pt x="20" y="109"/>
                      <a:pt x="27" y="108"/>
                      <a:pt x="33" y="105"/>
                    </a:cubicBezTo>
                    <a:cubicBezTo>
                      <a:pt x="45" y="99"/>
                      <a:pt x="57" y="92"/>
                      <a:pt x="66" y="7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" name="Freeform 15"/>
              <p:cNvSpPr/>
              <p:nvPr/>
            </p:nvSpPr>
            <p:spPr bwMode="auto">
              <a:xfrm>
                <a:off x="4316413" y="4483100"/>
                <a:ext cx="387350" cy="379413"/>
              </a:xfrm>
              <a:custGeom>
                <a:avLst/>
                <a:gdLst>
                  <a:gd name="T0" fmla="*/ 66 w 153"/>
                  <a:gd name="T1" fmla="*/ 60 h 150"/>
                  <a:gd name="T2" fmla="*/ 92 w 153"/>
                  <a:gd name="T3" fmla="*/ 82 h 150"/>
                  <a:gd name="T4" fmla="*/ 112 w 153"/>
                  <a:gd name="T5" fmla="*/ 58 h 150"/>
                  <a:gd name="T6" fmla="*/ 112 w 153"/>
                  <a:gd name="T7" fmla="*/ 41 h 150"/>
                  <a:gd name="T8" fmla="*/ 153 w 153"/>
                  <a:gd name="T9" fmla="*/ 76 h 150"/>
                  <a:gd name="T10" fmla="*/ 143 w 153"/>
                  <a:gd name="T11" fmla="*/ 73 h 150"/>
                  <a:gd name="T12" fmla="*/ 130 w 153"/>
                  <a:gd name="T13" fmla="*/ 75 h 150"/>
                  <a:gd name="T14" fmla="*/ 84 w 153"/>
                  <a:gd name="T15" fmla="*/ 129 h 150"/>
                  <a:gd name="T16" fmla="*/ 84 w 153"/>
                  <a:gd name="T17" fmla="*/ 143 h 150"/>
                  <a:gd name="T18" fmla="*/ 86 w 153"/>
                  <a:gd name="T19" fmla="*/ 150 h 150"/>
                  <a:gd name="T20" fmla="*/ 47 w 153"/>
                  <a:gd name="T21" fmla="*/ 114 h 150"/>
                  <a:gd name="T22" fmla="*/ 71 w 153"/>
                  <a:gd name="T23" fmla="*/ 108 h 150"/>
                  <a:gd name="T24" fmla="*/ 88 w 153"/>
                  <a:gd name="T25" fmla="*/ 87 h 150"/>
                  <a:gd name="T26" fmla="*/ 62 w 153"/>
                  <a:gd name="T27" fmla="*/ 64 h 150"/>
                  <a:gd name="T28" fmla="*/ 39 w 153"/>
                  <a:gd name="T29" fmla="*/ 93 h 150"/>
                  <a:gd name="T30" fmla="*/ 39 w 153"/>
                  <a:gd name="T31" fmla="*/ 104 h 150"/>
                  <a:gd name="T32" fmla="*/ 41 w 153"/>
                  <a:gd name="T33" fmla="*/ 110 h 150"/>
                  <a:gd name="T34" fmla="*/ 39 w 153"/>
                  <a:gd name="T35" fmla="*/ 112 h 150"/>
                  <a:gd name="T36" fmla="*/ 0 w 153"/>
                  <a:gd name="T37" fmla="*/ 78 h 150"/>
                  <a:gd name="T38" fmla="*/ 1 w 153"/>
                  <a:gd name="T39" fmla="*/ 76 h 150"/>
                  <a:gd name="T40" fmla="*/ 6 w 153"/>
                  <a:gd name="T41" fmla="*/ 77 h 150"/>
                  <a:gd name="T42" fmla="*/ 22 w 153"/>
                  <a:gd name="T43" fmla="*/ 74 h 150"/>
                  <a:gd name="T44" fmla="*/ 65 w 153"/>
                  <a:gd name="T45" fmla="*/ 24 h 150"/>
                  <a:gd name="T46" fmla="*/ 66 w 153"/>
                  <a:gd name="T47" fmla="*/ 6 h 150"/>
                  <a:gd name="T48" fmla="*/ 67 w 153"/>
                  <a:gd name="T49" fmla="*/ 0 h 150"/>
                  <a:gd name="T50" fmla="*/ 107 w 153"/>
                  <a:gd name="T51" fmla="*/ 35 h 150"/>
                  <a:gd name="T52" fmla="*/ 99 w 153"/>
                  <a:gd name="T53" fmla="*/ 35 h 150"/>
                  <a:gd name="T54" fmla="*/ 85 w 153"/>
                  <a:gd name="T55" fmla="*/ 38 h 150"/>
                  <a:gd name="T56" fmla="*/ 66 w 153"/>
                  <a:gd name="T57" fmla="*/ 60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3" h="150">
                    <a:moveTo>
                      <a:pt x="66" y="60"/>
                    </a:moveTo>
                    <a:cubicBezTo>
                      <a:pt x="75" y="68"/>
                      <a:pt x="83" y="75"/>
                      <a:pt x="92" y="82"/>
                    </a:cubicBezTo>
                    <a:cubicBezTo>
                      <a:pt x="99" y="74"/>
                      <a:pt x="107" y="66"/>
                      <a:pt x="112" y="58"/>
                    </a:cubicBezTo>
                    <a:cubicBezTo>
                      <a:pt x="115" y="54"/>
                      <a:pt x="112" y="47"/>
                      <a:pt x="112" y="41"/>
                    </a:cubicBezTo>
                    <a:cubicBezTo>
                      <a:pt x="115" y="41"/>
                      <a:pt x="141" y="61"/>
                      <a:pt x="153" y="76"/>
                    </a:cubicBezTo>
                    <a:cubicBezTo>
                      <a:pt x="148" y="74"/>
                      <a:pt x="146" y="74"/>
                      <a:pt x="143" y="73"/>
                    </a:cubicBezTo>
                    <a:cubicBezTo>
                      <a:pt x="138" y="70"/>
                      <a:pt x="134" y="71"/>
                      <a:pt x="130" y="75"/>
                    </a:cubicBezTo>
                    <a:cubicBezTo>
                      <a:pt x="115" y="93"/>
                      <a:pt x="100" y="111"/>
                      <a:pt x="84" y="129"/>
                    </a:cubicBezTo>
                    <a:cubicBezTo>
                      <a:pt x="80" y="134"/>
                      <a:pt x="80" y="138"/>
                      <a:pt x="84" y="143"/>
                    </a:cubicBezTo>
                    <a:cubicBezTo>
                      <a:pt x="85" y="145"/>
                      <a:pt x="86" y="147"/>
                      <a:pt x="86" y="150"/>
                    </a:cubicBezTo>
                    <a:cubicBezTo>
                      <a:pt x="72" y="139"/>
                      <a:pt x="58" y="129"/>
                      <a:pt x="47" y="114"/>
                    </a:cubicBezTo>
                    <a:cubicBezTo>
                      <a:pt x="59" y="123"/>
                      <a:pt x="65" y="115"/>
                      <a:pt x="71" y="108"/>
                    </a:cubicBezTo>
                    <a:cubicBezTo>
                      <a:pt x="76" y="101"/>
                      <a:pt x="82" y="94"/>
                      <a:pt x="88" y="87"/>
                    </a:cubicBezTo>
                    <a:cubicBezTo>
                      <a:pt x="80" y="79"/>
                      <a:pt x="71" y="72"/>
                      <a:pt x="62" y="64"/>
                    </a:cubicBezTo>
                    <a:cubicBezTo>
                      <a:pt x="54" y="74"/>
                      <a:pt x="46" y="83"/>
                      <a:pt x="39" y="93"/>
                    </a:cubicBezTo>
                    <a:cubicBezTo>
                      <a:pt x="37" y="95"/>
                      <a:pt x="38" y="100"/>
                      <a:pt x="39" y="104"/>
                    </a:cubicBezTo>
                    <a:cubicBezTo>
                      <a:pt x="39" y="106"/>
                      <a:pt x="40" y="108"/>
                      <a:pt x="41" y="110"/>
                    </a:cubicBezTo>
                    <a:cubicBezTo>
                      <a:pt x="41" y="110"/>
                      <a:pt x="40" y="111"/>
                      <a:pt x="39" y="112"/>
                    </a:cubicBezTo>
                    <a:cubicBezTo>
                      <a:pt x="26" y="100"/>
                      <a:pt x="13" y="89"/>
                      <a:pt x="0" y="78"/>
                    </a:cubicBezTo>
                    <a:cubicBezTo>
                      <a:pt x="0" y="78"/>
                      <a:pt x="1" y="77"/>
                      <a:pt x="1" y="76"/>
                    </a:cubicBezTo>
                    <a:cubicBezTo>
                      <a:pt x="3" y="76"/>
                      <a:pt x="5" y="76"/>
                      <a:pt x="6" y="77"/>
                    </a:cubicBezTo>
                    <a:cubicBezTo>
                      <a:pt x="13" y="82"/>
                      <a:pt x="18" y="79"/>
                      <a:pt x="22" y="74"/>
                    </a:cubicBezTo>
                    <a:cubicBezTo>
                      <a:pt x="36" y="57"/>
                      <a:pt x="50" y="40"/>
                      <a:pt x="65" y="24"/>
                    </a:cubicBezTo>
                    <a:cubicBezTo>
                      <a:pt x="70" y="18"/>
                      <a:pt x="72" y="12"/>
                      <a:pt x="66" y="6"/>
                    </a:cubicBezTo>
                    <a:cubicBezTo>
                      <a:pt x="65" y="5"/>
                      <a:pt x="65" y="3"/>
                      <a:pt x="67" y="0"/>
                    </a:cubicBezTo>
                    <a:cubicBezTo>
                      <a:pt x="80" y="11"/>
                      <a:pt x="92" y="22"/>
                      <a:pt x="107" y="35"/>
                    </a:cubicBezTo>
                    <a:cubicBezTo>
                      <a:pt x="103" y="35"/>
                      <a:pt x="101" y="36"/>
                      <a:pt x="99" y="35"/>
                    </a:cubicBezTo>
                    <a:cubicBezTo>
                      <a:pt x="93" y="31"/>
                      <a:pt x="89" y="33"/>
                      <a:pt x="85" y="38"/>
                    </a:cubicBezTo>
                    <a:cubicBezTo>
                      <a:pt x="79" y="45"/>
                      <a:pt x="73" y="52"/>
                      <a:pt x="6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 16"/>
              <p:cNvSpPr>
                <a:spLocks noEditPoints="1"/>
              </p:cNvSpPr>
              <p:nvPr/>
            </p:nvSpPr>
            <p:spPr bwMode="auto">
              <a:xfrm>
                <a:off x="7073900" y="4445000"/>
                <a:ext cx="347663" cy="314325"/>
              </a:xfrm>
              <a:custGeom>
                <a:avLst/>
                <a:gdLst>
                  <a:gd name="T0" fmla="*/ 109 w 138"/>
                  <a:gd name="T1" fmla="*/ 88 h 124"/>
                  <a:gd name="T2" fmla="*/ 72 w 138"/>
                  <a:gd name="T3" fmla="*/ 124 h 124"/>
                  <a:gd name="T4" fmla="*/ 70 w 138"/>
                  <a:gd name="T5" fmla="*/ 123 h 124"/>
                  <a:gd name="T6" fmla="*/ 72 w 138"/>
                  <a:gd name="T7" fmla="*/ 117 h 124"/>
                  <a:gd name="T8" fmla="*/ 70 w 138"/>
                  <a:gd name="T9" fmla="*/ 102 h 124"/>
                  <a:gd name="T10" fmla="*/ 25 w 138"/>
                  <a:gd name="T11" fmla="*/ 57 h 124"/>
                  <a:gd name="T12" fmla="*/ 4 w 138"/>
                  <a:gd name="T13" fmla="*/ 54 h 124"/>
                  <a:gd name="T14" fmla="*/ 0 w 138"/>
                  <a:gd name="T15" fmla="*/ 55 h 124"/>
                  <a:gd name="T16" fmla="*/ 1 w 138"/>
                  <a:gd name="T17" fmla="*/ 50 h 124"/>
                  <a:gd name="T18" fmla="*/ 42 w 138"/>
                  <a:gd name="T19" fmla="*/ 10 h 124"/>
                  <a:gd name="T20" fmla="*/ 66 w 138"/>
                  <a:gd name="T21" fmla="*/ 0 h 124"/>
                  <a:gd name="T22" fmla="*/ 86 w 138"/>
                  <a:gd name="T23" fmla="*/ 32 h 124"/>
                  <a:gd name="T24" fmla="*/ 75 w 138"/>
                  <a:gd name="T25" fmla="*/ 51 h 124"/>
                  <a:gd name="T26" fmla="*/ 116 w 138"/>
                  <a:gd name="T27" fmla="*/ 52 h 124"/>
                  <a:gd name="T28" fmla="*/ 127 w 138"/>
                  <a:gd name="T29" fmla="*/ 53 h 124"/>
                  <a:gd name="T30" fmla="*/ 125 w 138"/>
                  <a:gd name="T31" fmla="*/ 44 h 124"/>
                  <a:gd name="T32" fmla="*/ 126 w 138"/>
                  <a:gd name="T33" fmla="*/ 38 h 124"/>
                  <a:gd name="T34" fmla="*/ 130 w 138"/>
                  <a:gd name="T35" fmla="*/ 67 h 124"/>
                  <a:gd name="T36" fmla="*/ 100 w 138"/>
                  <a:gd name="T37" fmla="*/ 72 h 124"/>
                  <a:gd name="T38" fmla="*/ 88 w 138"/>
                  <a:gd name="T39" fmla="*/ 60 h 124"/>
                  <a:gd name="T40" fmla="*/ 64 w 138"/>
                  <a:gd name="T41" fmla="*/ 63 h 124"/>
                  <a:gd name="T42" fmla="*/ 90 w 138"/>
                  <a:gd name="T43" fmla="*/ 88 h 124"/>
                  <a:gd name="T44" fmla="*/ 101 w 138"/>
                  <a:gd name="T45" fmla="*/ 87 h 124"/>
                  <a:gd name="T46" fmla="*/ 108 w 138"/>
                  <a:gd name="T47" fmla="*/ 85 h 124"/>
                  <a:gd name="T48" fmla="*/ 109 w 138"/>
                  <a:gd name="T49" fmla="*/ 88 h 124"/>
                  <a:gd name="T50" fmla="*/ 58 w 138"/>
                  <a:gd name="T51" fmla="*/ 61 h 124"/>
                  <a:gd name="T52" fmla="*/ 71 w 138"/>
                  <a:gd name="T53" fmla="*/ 36 h 124"/>
                  <a:gd name="T54" fmla="*/ 53 w 138"/>
                  <a:gd name="T55" fmla="*/ 19 h 124"/>
                  <a:gd name="T56" fmla="*/ 35 w 138"/>
                  <a:gd name="T57" fmla="*/ 26 h 124"/>
                  <a:gd name="T58" fmla="*/ 40 w 138"/>
                  <a:gd name="T59" fmla="*/ 39 h 124"/>
                  <a:gd name="T60" fmla="*/ 58 w 138"/>
                  <a:gd name="T61" fmla="*/ 61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38" h="124">
                    <a:moveTo>
                      <a:pt x="109" y="88"/>
                    </a:moveTo>
                    <a:cubicBezTo>
                      <a:pt x="97" y="100"/>
                      <a:pt x="85" y="112"/>
                      <a:pt x="72" y="124"/>
                    </a:cubicBezTo>
                    <a:cubicBezTo>
                      <a:pt x="72" y="124"/>
                      <a:pt x="71" y="124"/>
                      <a:pt x="70" y="123"/>
                    </a:cubicBezTo>
                    <a:cubicBezTo>
                      <a:pt x="71" y="121"/>
                      <a:pt x="71" y="119"/>
                      <a:pt x="72" y="117"/>
                    </a:cubicBezTo>
                    <a:cubicBezTo>
                      <a:pt x="76" y="112"/>
                      <a:pt x="75" y="107"/>
                      <a:pt x="70" y="102"/>
                    </a:cubicBezTo>
                    <a:cubicBezTo>
                      <a:pt x="55" y="87"/>
                      <a:pt x="40" y="72"/>
                      <a:pt x="25" y="57"/>
                    </a:cubicBezTo>
                    <a:cubicBezTo>
                      <a:pt x="18" y="50"/>
                      <a:pt x="12" y="46"/>
                      <a:pt x="4" y="54"/>
                    </a:cubicBezTo>
                    <a:cubicBezTo>
                      <a:pt x="4" y="55"/>
                      <a:pt x="2" y="55"/>
                      <a:pt x="0" y="55"/>
                    </a:cubicBezTo>
                    <a:cubicBezTo>
                      <a:pt x="1" y="53"/>
                      <a:pt x="1" y="51"/>
                      <a:pt x="1" y="50"/>
                    </a:cubicBezTo>
                    <a:cubicBezTo>
                      <a:pt x="15" y="37"/>
                      <a:pt x="28" y="23"/>
                      <a:pt x="42" y="10"/>
                    </a:cubicBezTo>
                    <a:cubicBezTo>
                      <a:pt x="49" y="5"/>
                      <a:pt x="58" y="1"/>
                      <a:pt x="66" y="0"/>
                    </a:cubicBezTo>
                    <a:cubicBezTo>
                      <a:pt x="83" y="0"/>
                      <a:pt x="93" y="17"/>
                      <a:pt x="86" y="32"/>
                    </a:cubicBezTo>
                    <a:cubicBezTo>
                      <a:pt x="84" y="38"/>
                      <a:pt x="79" y="43"/>
                      <a:pt x="75" y="51"/>
                    </a:cubicBezTo>
                    <a:cubicBezTo>
                      <a:pt x="90" y="39"/>
                      <a:pt x="103" y="44"/>
                      <a:pt x="116" y="52"/>
                    </a:cubicBezTo>
                    <a:cubicBezTo>
                      <a:pt x="119" y="53"/>
                      <a:pt x="123" y="53"/>
                      <a:pt x="127" y="53"/>
                    </a:cubicBezTo>
                    <a:cubicBezTo>
                      <a:pt x="126" y="50"/>
                      <a:pt x="126" y="47"/>
                      <a:pt x="125" y="44"/>
                    </a:cubicBezTo>
                    <a:cubicBezTo>
                      <a:pt x="125" y="42"/>
                      <a:pt x="125" y="40"/>
                      <a:pt x="126" y="38"/>
                    </a:cubicBezTo>
                    <a:cubicBezTo>
                      <a:pt x="136" y="47"/>
                      <a:pt x="138" y="57"/>
                      <a:pt x="130" y="67"/>
                    </a:cubicBezTo>
                    <a:cubicBezTo>
                      <a:pt x="121" y="78"/>
                      <a:pt x="110" y="79"/>
                      <a:pt x="100" y="72"/>
                    </a:cubicBezTo>
                    <a:cubicBezTo>
                      <a:pt x="96" y="68"/>
                      <a:pt x="92" y="64"/>
                      <a:pt x="88" y="60"/>
                    </a:cubicBezTo>
                    <a:cubicBezTo>
                      <a:pt x="79" y="54"/>
                      <a:pt x="73" y="55"/>
                      <a:pt x="64" y="63"/>
                    </a:cubicBezTo>
                    <a:cubicBezTo>
                      <a:pt x="73" y="71"/>
                      <a:pt x="81" y="80"/>
                      <a:pt x="90" y="88"/>
                    </a:cubicBezTo>
                    <a:cubicBezTo>
                      <a:pt x="92" y="90"/>
                      <a:pt x="97" y="88"/>
                      <a:pt x="101" y="87"/>
                    </a:cubicBezTo>
                    <a:cubicBezTo>
                      <a:pt x="104" y="87"/>
                      <a:pt x="106" y="86"/>
                      <a:pt x="108" y="85"/>
                    </a:cubicBezTo>
                    <a:cubicBezTo>
                      <a:pt x="108" y="86"/>
                      <a:pt x="108" y="87"/>
                      <a:pt x="109" y="88"/>
                    </a:cubicBezTo>
                    <a:close/>
                    <a:moveTo>
                      <a:pt x="58" y="61"/>
                    </a:moveTo>
                    <a:cubicBezTo>
                      <a:pt x="67" y="52"/>
                      <a:pt x="73" y="46"/>
                      <a:pt x="71" y="36"/>
                    </a:cubicBezTo>
                    <a:cubicBezTo>
                      <a:pt x="69" y="27"/>
                      <a:pt x="62" y="21"/>
                      <a:pt x="53" y="19"/>
                    </a:cubicBezTo>
                    <a:cubicBezTo>
                      <a:pt x="46" y="16"/>
                      <a:pt x="39" y="19"/>
                      <a:pt x="35" y="26"/>
                    </a:cubicBezTo>
                    <a:cubicBezTo>
                      <a:pt x="31" y="32"/>
                      <a:pt x="36" y="35"/>
                      <a:pt x="40" y="39"/>
                    </a:cubicBezTo>
                    <a:cubicBezTo>
                      <a:pt x="46" y="46"/>
                      <a:pt x="52" y="53"/>
                      <a:pt x="58" y="6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7"/>
              <p:cNvSpPr/>
              <p:nvPr/>
            </p:nvSpPr>
            <p:spPr bwMode="auto">
              <a:xfrm>
                <a:off x="6873875" y="4589463"/>
                <a:ext cx="346075" cy="346075"/>
              </a:xfrm>
              <a:custGeom>
                <a:avLst/>
                <a:gdLst>
                  <a:gd name="T0" fmla="*/ 0 w 137"/>
                  <a:gd name="T1" fmla="*/ 55 h 137"/>
                  <a:gd name="T2" fmla="*/ 73 w 137"/>
                  <a:gd name="T3" fmla="*/ 0 h 137"/>
                  <a:gd name="T4" fmla="*/ 95 w 137"/>
                  <a:gd name="T5" fmla="*/ 27 h 137"/>
                  <a:gd name="T6" fmla="*/ 94 w 137"/>
                  <a:gd name="T7" fmla="*/ 30 h 137"/>
                  <a:gd name="T8" fmla="*/ 87 w 137"/>
                  <a:gd name="T9" fmla="*/ 28 h 137"/>
                  <a:gd name="T10" fmla="*/ 43 w 137"/>
                  <a:gd name="T11" fmla="*/ 31 h 137"/>
                  <a:gd name="T12" fmla="*/ 41 w 137"/>
                  <a:gd name="T13" fmla="*/ 45 h 137"/>
                  <a:gd name="T14" fmla="*/ 60 w 137"/>
                  <a:gd name="T15" fmla="*/ 70 h 137"/>
                  <a:gd name="T16" fmla="*/ 69 w 137"/>
                  <a:gd name="T17" fmla="*/ 54 h 137"/>
                  <a:gd name="T18" fmla="*/ 69 w 137"/>
                  <a:gd name="T19" fmla="*/ 38 h 137"/>
                  <a:gd name="T20" fmla="*/ 71 w 137"/>
                  <a:gd name="T21" fmla="*/ 37 h 137"/>
                  <a:gd name="T22" fmla="*/ 96 w 137"/>
                  <a:gd name="T23" fmla="*/ 69 h 137"/>
                  <a:gd name="T24" fmla="*/ 96 w 137"/>
                  <a:gd name="T25" fmla="*/ 72 h 137"/>
                  <a:gd name="T26" fmla="*/ 63 w 137"/>
                  <a:gd name="T27" fmla="*/ 74 h 137"/>
                  <a:gd name="T28" fmla="*/ 84 w 137"/>
                  <a:gd name="T29" fmla="*/ 101 h 137"/>
                  <a:gd name="T30" fmla="*/ 98 w 137"/>
                  <a:gd name="T31" fmla="*/ 102 h 137"/>
                  <a:gd name="T32" fmla="*/ 112 w 137"/>
                  <a:gd name="T33" fmla="*/ 59 h 137"/>
                  <a:gd name="T34" fmla="*/ 112 w 137"/>
                  <a:gd name="T35" fmla="*/ 50 h 137"/>
                  <a:gd name="T36" fmla="*/ 115 w 137"/>
                  <a:gd name="T37" fmla="*/ 50 h 137"/>
                  <a:gd name="T38" fmla="*/ 116 w 137"/>
                  <a:gd name="T39" fmla="*/ 51 h 137"/>
                  <a:gd name="T40" fmla="*/ 137 w 137"/>
                  <a:gd name="T41" fmla="*/ 80 h 137"/>
                  <a:gd name="T42" fmla="*/ 62 w 137"/>
                  <a:gd name="T43" fmla="*/ 137 h 137"/>
                  <a:gd name="T44" fmla="*/ 60 w 137"/>
                  <a:gd name="T45" fmla="*/ 136 h 137"/>
                  <a:gd name="T46" fmla="*/ 62 w 137"/>
                  <a:gd name="T47" fmla="*/ 131 h 137"/>
                  <a:gd name="T48" fmla="*/ 63 w 137"/>
                  <a:gd name="T49" fmla="*/ 114 h 137"/>
                  <a:gd name="T50" fmla="*/ 23 w 137"/>
                  <a:gd name="T51" fmla="*/ 62 h 137"/>
                  <a:gd name="T52" fmla="*/ 6 w 137"/>
                  <a:gd name="T53" fmla="*/ 57 h 137"/>
                  <a:gd name="T54" fmla="*/ 1 w 137"/>
                  <a:gd name="T55" fmla="*/ 58 h 137"/>
                  <a:gd name="T56" fmla="*/ 0 w 137"/>
                  <a:gd name="T57" fmla="*/ 55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37" h="137">
                    <a:moveTo>
                      <a:pt x="0" y="55"/>
                    </a:moveTo>
                    <a:cubicBezTo>
                      <a:pt x="24" y="37"/>
                      <a:pt x="48" y="19"/>
                      <a:pt x="73" y="0"/>
                    </a:cubicBezTo>
                    <a:cubicBezTo>
                      <a:pt x="81" y="9"/>
                      <a:pt x="88" y="18"/>
                      <a:pt x="95" y="27"/>
                    </a:cubicBezTo>
                    <a:cubicBezTo>
                      <a:pt x="95" y="28"/>
                      <a:pt x="95" y="29"/>
                      <a:pt x="94" y="30"/>
                    </a:cubicBezTo>
                    <a:cubicBezTo>
                      <a:pt x="92" y="29"/>
                      <a:pt x="89" y="29"/>
                      <a:pt x="87" y="28"/>
                    </a:cubicBezTo>
                    <a:cubicBezTo>
                      <a:pt x="70" y="19"/>
                      <a:pt x="56" y="20"/>
                      <a:pt x="43" y="31"/>
                    </a:cubicBezTo>
                    <a:cubicBezTo>
                      <a:pt x="38" y="35"/>
                      <a:pt x="36" y="39"/>
                      <a:pt x="41" y="45"/>
                    </a:cubicBezTo>
                    <a:cubicBezTo>
                      <a:pt x="47" y="52"/>
                      <a:pt x="52" y="60"/>
                      <a:pt x="60" y="70"/>
                    </a:cubicBezTo>
                    <a:cubicBezTo>
                      <a:pt x="64" y="64"/>
                      <a:pt x="68" y="59"/>
                      <a:pt x="69" y="54"/>
                    </a:cubicBezTo>
                    <a:cubicBezTo>
                      <a:pt x="71" y="49"/>
                      <a:pt x="69" y="43"/>
                      <a:pt x="69" y="38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80" y="47"/>
                      <a:pt x="88" y="58"/>
                      <a:pt x="96" y="69"/>
                    </a:cubicBezTo>
                    <a:cubicBezTo>
                      <a:pt x="96" y="70"/>
                      <a:pt x="96" y="71"/>
                      <a:pt x="96" y="72"/>
                    </a:cubicBezTo>
                    <a:cubicBezTo>
                      <a:pt x="84" y="68"/>
                      <a:pt x="72" y="61"/>
                      <a:pt x="63" y="74"/>
                    </a:cubicBezTo>
                    <a:cubicBezTo>
                      <a:pt x="69" y="83"/>
                      <a:pt x="77" y="92"/>
                      <a:pt x="84" y="101"/>
                    </a:cubicBezTo>
                    <a:cubicBezTo>
                      <a:pt x="88" y="107"/>
                      <a:pt x="92" y="106"/>
                      <a:pt x="98" y="102"/>
                    </a:cubicBezTo>
                    <a:cubicBezTo>
                      <a:pt x="112" y="93"/>
                      <a:pt x="117" y="77"/>
                      <a:pt x="112" y="59"/>
                    </a:cubicBezTo>
                    <a:cubicBezTo>
                      <a:pt x="112" y="56"/>
                      <a:pt x="112" y="53"/>
                      <a:pt x="112" y="50"/>
                    </a:cubicBezTo>
                    <a:cubicBezTo>
                      <a:pt x="113" y="50"/>
                      <a:pt x="114" y="50"/>
                      <a:pt x="115" y="50"/>
                    </a:cubicBezTo>
                    <a:cubicBezTo>
                      <a:pt x="115" y="50"/>
                      <a:pt x="116" y="51"/>
                      <a:pt x="116" y="51"/>
                    </a:cubicBezTo>
                    <a:cubicBezTo>
                      <a:pt x="123" y="61"/>
                      <a:pt x="130" y="70"/>
                      <a:pt x="137" y="80"/>
                    </a:cubicBezTo>
                    <a:cubicBezTo>
                      <a:pt x="112" y="99"/>
                      <a:pt x="87" y="118"/>
                      <a:pt x="62" y="137"/>
                    </a:cubicBezTo>
                    <a:cubicBezTo>
                      <a:pt x="62" y="137"/>
                      <a:pt x="61" y="136"/>
                      <a:pt x="60" y="136"/>
                    </a:cubicBezTo>
                    <a:cubicBezTo>
                      <a:pt x="61" y="134"/>
                      <a:pt x="61" y="132"/>
                      <a:pt x="62" y="131"/>
                    </a:cubicBezTo>
                    <a:cubicBezTo>
                      <a:pt x="68" y="125"/>
                      <a:pt x="67" y="120"/>
                      <a:pt x="63" y="114"/>
                    </a:cubicBezTo>
                    <a:cubicBezTo>
                      <a:pt x="49" y="97"/>
                      <a:pt x="36" y="79"/>
                      <a:pt x="23" y="62"/>
                    </a:cubicBezTo>
                    <a:cubicBezTo>
                      <a:pt x="18" y="55"/>
                      <a:pt x="13" y="53"/>
                      <a:pt x="6" y="57"/>
                    </a:cubicBezTo>
                    <a:cubicBezTo>
                      <a:pt x="5" y="58"/>
                      <a:pt x="3" y="58"/>
                      <a:pt x="1" y="58"/>
                    </a:cubicBezTo>
                    <a:cubicBezTo>
                      <a:pt x="1" y="57"/>
                      <a:pt x="0" y="56"/>
                      <a:pt x="0" y="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" name="Freeform 18"/>
              <p:cNvSpPr/>
              <p:nvPr/>
            </p:nvSpPr>
            <p:spPr bwMode="auto">
              <a:xfrm>
                <a:off x="4948238" y="4872038"/>
                <a:ext cx="311150" cy="331788"/>
              </a:xfrm>
              <a:custGeom>
                <a:avLst/>
                <a:gdLst>
                  <a:gd name="T0" fmla="*/ 0 w 123"/>
                  <a:gd name="T1" fmla="*/ 93 h 131"/>
                  <a:gd name="T2" fmla="*/ 4 w 123"/>
                  <a:gd name="T3" fmla="*/ 92 h 131"/>
                  <a:gd name="T4" fmla="*/ 21 w 123"/>
                  <a:gd name="T5" fmla="*/ 82 h 131"/>
                  <a:gd name="T6" fmla="*/ 44 w 123"/>
                  <a:gd name="T7" fmla="*/ 25 h 131"/>
                  <a:gd name="T8" fmla="*/ 39 w 123"/>
                  <a:gd name="T9" fmla="*/ 6 h 131"/>
                  <a:gd name="T10" fmla="*/ 38 w 123"/>
                  <a:gd name="T11" fmla="*/ 0 h 131"/>
                  <a:gd name="T12" fmla="*/ 123 w 123"/>
                  <a:gd name="T13" fmla="*/ 35 h 131"/>
                  <a:gd name="T14" fmla="*/ 111 w 123"/>
                  <a:gd name="T15" fmla="*/ 68 h 131"/>
                  <a:gd name="T16" fmla="*/ 108 w 123"/>
                  <a:gd name="T17" fmla="*/ 69 h 131"/>
                  <a:gd name="T18" fmla="*/ 106 w 123"/>
                  <a:gd name="T19" fmla="*/ 61 h 131"/>
                  <a:gd name="T20" fmla="*/ 82 w 123"/>
                  <a:gd name="T21" fmla="*/ 25 h 131"/>
                  <a:gd name="T22" fmla="*/ 68 w 123"/>
                  <a:gd name="T23" fmla="*/ 31 h 131"/>
                  <a:gd name="T24" fmla="*/ 58 w 123"/>
                  <a:gd name="T25" fmla="*/ 56 h 131"/>
                  <a:gd name="T26" fmla="*/ 89 w 123"/>
                  <a:gd name="T27" fmla="*/ 50 h 131"/>
                  <a:gd name="T28" fmla="*/ 91 w 123"/>
                  <a:gd name="T29" fmla="*/ 52 h 131"/>
                  <a:gd name="T30" fmla="*/ 76 w 123"/>
                  <a:gd name="T31" fmla="*/ 89 h 131"/>
                  <a:gd name="T32" fmla="*/ 73 w 123"/>
                  <a:gd name="T33" fmla="*/ 91 h 131"/>
                  <a:gd name="T34" fmla="*/ 55 w 123"/>
                  <a:gd name="T35" fmla="*/ 64 h 131"/>
                  <a:gd name="T36" fmla="*/ 41 w 123"/>
                  <a:gd name="T37" fmla="*/ 97 h 131"/>
                  <a:gd name="T38" fmla="*/ 49 w 123"/>
                  <a:gd name="T39" fmla="*/ 109 h 131"/>
                  <a:gd name="T40" fmla="*/ 93 w 123"/>
                  <a:gd name="T41" fmla="*/ 99 h 131"/>
                  <a:gd name="T42" fmla="*/ 101 w 123"/>
                  <a:gd name="T43" fmla="*/ 94 h 131"/>
                  <a:gd name="T44" fmla="*/ 102 w 123"/>
                  <a:gd name="T45" fmla="*/ 96 h 131"/>
                  <a:gd name="T46" fmla="*/ 95 w 123"/>
                  <a:gd name="T47" fmla="*/ 113 h 131"/>
                  <a:gd name="T48" fmla="*/ 87 w 123"/>
                  <a:gd name="T49" fmla="*/ 131 h 131"/>
                  <a:gd name="T50" fmla="*/ 0 w 123"/>
                  <a:gd name="T51" fmla="*/ 96 h 131"/>
                  <a:gd name="T52" fmla="*/ 0 w 123"/>
                  <a:gd name="T53" fmla="*/ 93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3" h="131">
                    <a:moveTo>
                      <a:pt x="0" y="93"/>
                    </a:moveTo>
                    <a:cubicBezTo>
                      <a:pt x="2" y="93"/>
                      <a:pt x="3" y="92"/>
                      <a:pt x="4" y="92"/>
                    </a:cubicBezTo>
                    <a:cubicBezTo>
                      <a:pt x="14" y="96"/>
                      <a:pt x="18" y="91"/>
                      <a:pt x="21" y="82"/>
                    </a:cubicBezTo>
                    <a:cubicBezTo>
                      <a:pt x="28" y="63"/>
                      <a:pt x="36" y="44"/>
                      <a:pt x="44" y="25"/>
                    </a:cubicBezTo>
                    <a:cubicBezTo>
                      <a:pt x="47" y="17"/>
                      <a:pt x="48" y="11"/>
                      <a:pt x="39" y="6"/>
                    </a:cubicBezTo>
                    <a:cubicBezTo>
                      <a:pt x="38" y="6"/>
                      <a:pt x="37" y="4"/>
                      <a:pt x="38" y="0"/>
                    </a:cubicBezTo>
                    <a:cubicBezTo>
                      <a:pt x="66" y="12"/>
                      <a:pt x="94" y="23"/>
                      <a:pt x="123" y="35"/>
                    </a:cubicBezTo>
                    <a:cubicBezTo>
                      <a:pt x="119" y="46"/>
                      <a:pt x="115" y="57"/>
                      <a:pt x="111" y="68"/>
                    </a:cubicBezTo>
                    <a:cubicBezTo>
                      <a:pt x="110" y="68"/>
                      <a:pt x="109" y="68"/>
                      <a:pt x="108" y="69"/>
                    </a:cubicBezTo>
                    <a:cubicBezTo>
                      <a:pt x="108" y="66"/>
                      <a:pt x="106" y="63"/>
                      <a:pt x="106" y="61"/>
                    </a:cubicBezTo>
                    <a:cubicBezTo>
                      <a:pt x="106" y="43"/>
                      <a:pt x="98" y="31"/>
                      <a:pt x="82" y="25"/>
                    </a:cubicBezTo>
                    <a:cubicBezTo>
                      <a:pt x="75" y="22"/>
                      <a:pt x="70" y="23"/>
                      <a:pt x="68" y="31"/>
                    </a:cubicBezTo>
                    <a:cubicBezTo>
                      <a:pt x="65" y="39"/>
                      <a:pt x="61" y="48"/>
                      <a:pt x="58" y="56"/>
                    </a:cubicBezTo>
                    <a:cubicBezTo>
                      <a:pt x="70" y="67"/>
                      <a:pt x="79" y="57"/>
                      <a:pt x="89" y="50"/>
                    </a:cubicBezTo>
                    <a:cubicBezTo>
                      <a:pt x="89" y="51"/>
                      <a:pt x="90" y="51"/>
                      <a:pt x="91" y="52"/>
                    </a:cubicBezTo>
                    <a:cubicBezTo>
                      <a:pt x="86" y="64"/>
                      <a:pt x="81" y="77"/>
                      <a:pt x="76" y="89"/>
                    </a:cubicBezTo>
                    <a:cubicBezTo>
                      <a:pt x="75" y="90"/>
                      <a:pt x="74" y="90"/>
                      <a:pt x="73" y="91"/>
                    </a:cubicBezTo>
                    <a:cubicBezTo>
                      <a:pt x="70" y="80"/>
                      <a:pt x="71" y="66"/>
                      <a:pt x="55" y="64"/>
                    </a:cubicBezTo>
                    <a:cubicBezTo>
                      <a:pt x="51" y="74"/>
                      <a:pt x="46" y="86"/>
                      <a:pt x="41" y="97"/>
                    </a:cubicBezTo>
                    <a:cubicBezTo>
                      <a:pt x="39" y="104"/>
                      <a:pt x="44" y="107"/>
                      <a:pt x="49" y="109"/>
                    </a:cubicBezTo>
                    <a:cubicBezTo>
                      <a:pt x="65" y="116"/>
                      <a:pt x="80" y="112"/>
                      <a:pt x="93" y="99"/>
                    </a:cubicBezTo>
                    <a:cubicBezTo>
                      <a:pt x="95" y="97"/>
                      <a:pt x="98" y="95"/>
                      <a:pt x="101" y="94"/>
                    </a:cubicBezTo>
                    <a:cubicBezTo>
                      <a:pt x="101" y="95"/>
                      <a:pt x="102" y="95"/>
                      <a:pt x="102" y="96"/>
                    </a:cubicBezTo>
                    <a:cubicBezTo>
                      <a:pt x="100" y="102"/>
                      <a:pt x="98" y="107"/>
                      <a:pt x="95" y="113"/>
                    </a:cubicBezTo>
                    <a:cubicBezTo>
                      <a:pt x="93" y="119"/>
                      <a:pt x="90" y="124"/>
                      <a:pt x="87" y="131"/>
                    </a:cubicBezTo>
                    <a:cubicBezTo>
                      <a:pt x="58" y="119"/>
                      <a:pt x="29" y="107"/>
                      <a:pt x="0" y="96"/>
                    </a:cubicBezTo>
                    <a:cubicBezTo>
                      <a:pt x="0" y="95"/>
                      <a:pt x="0" y="94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19"/>
              <p:cNvSpPr>
                <a:spLocks noEditPoints="1"/>
              </p:cNvSpPr>
              <p:nvPr/>
            </p:nvSpPr>
            <p:spPr bwMode="auto">
              <a:xfrm>
                <a:off x="3871913" y="3857625"/>
                <a:ext cx="261938" cy="266700"/>
              </a:xfrm>
              <a:custGeom>
                <a:avLst/>
                <a:gdLst>
                  <a:gd name="T0" fmla="*/ 50 w 104"/>
                  <a:gd name="T1" fmla="*/ 104 h 105"/>
                  <a:gd name="T2" fmla="*/ 0 w 104"/>
                  <a:gd name="T3" fmla="*/ 51 h 105"/>
                  <a:gd name="T4" fmla="*/ 53 w 104"/>
                  <a:gd name="T5" fmla="*/ 1 h 105"/>
                  <a:gd name="T6" fmla="*/ 104 w 104"/>
                  <a:gd name="T7" fmla="*/ 52 h 105"/>
                  <a:gd name="T8" fmla="*/ 50 w 104"/>
                  <a:gd name="T9" fmla="*/ 104 h 105"/>
                  <a:gd name="T10" fmla="*/ 69 w 104"/>
                  <a:gd name="T11" fmla="*/ 21 h 105"/>
                  <a:gd name="T12" fmla="*/ 15 w 104"/>
                  <a:gd name="T13" fmla="*/ 47 h 105"/>
                  <a:gd name="T14" fmla="*/ 9 w 104"/>
                  <a:gd name="T15" fmla="*/ 72 h 105"/>
                  <a:gd name="T16" fmla="*/ 32 w 104"/>
                  <a:gd name="T17" fmla="*/ 84 h 105"/>
                  <a:gd name="T18" fmla="*/ 89 w 104"/>
                  <a:gd name="T19" fmla="*/ 57 h 105"/>
                  <a:gd name="T20" fmla="*/ 94 w 104"/>
                  <a:gd name="T21" fmla="*/ 34 h 105"/>
                  <a:gd name="T22" fmla="*/ 69 w 104"/>
                  <a:gd name="T23" fmla="*/ 2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4" h="105">
                    <a:moveTo>
                      <a:pt x="50" y="104"/>
                    </a:moveTo>
                    <a:cubicBezTo>
                      <a:pt x="22" y="104"/>
                      <a:pt x="0" y="81"/>
                      <a:pt x="0" y="51"/>
                    </a:cubicBezTo>
                    <a:cubicBezTo>
                      <a:pt x="0" y="23"/>
                      <a:pt x="23" y="1"/>
                      <a:pt x="53" y="1"/>
                    </a:cubicBezTo>
                    <a:cubicBezTo>
                      <a:pt x="81" y="0"/>
                      <a:pt x="103" y="23"/>
                      <a:pt x="104" y="52"/>
                    </a:cubicBezTo>
                    <a:cubicBezTo>
                      <a:pt x="104" y="76"/>
                      <a:pt x="81" y="105"/>
                      <a:pt x="50" y="104"/>
                    </a:cubicBezTo>
                    <a:close/>
                    <a:moveTo>
                      <a:pt x="69" y="21"/>
                    </a:moveTo>
                    <a:cubicBezTo>
                      <a:pt x="51" y="23"/>
                      <a:pt x="31" y="32"/>
                      <a:pt x="15" y="47"/>
                    </a:cubicBezTo>
                    <a:cubicBezTo>
                      <a:pt x="6" y="55"/>
                      <a:pt x="5" y="64"/>
                      <a:pt x="9" y="72"/>
                    </a:cubicBezTo>
                    <a:cubicBezTo>
                      <a:pt x="13" y="81"/>
                      <a:pt x="21" y="86"/>
                      <a:pt x="32" y="84"/>
                    </a:cubicBezTo>
                    <a:cubicBezTo>
                      <a:pt x="54" y="81"/>
                      <a:pt x="73" y="72"/>
                      <a:pt x="89" y="57"/>
                    </a:cubicBezTo>
                    <a:cubicBezTo>
                      <a:pt x="96" y="51"/>
                      <a:pt x="98" y="43"/>
                      <a:pt x="94" y="34"/>
                    </a:cubicBezTo>
                    <a:cubicBezTo>
                      <a:pt x="90" y="25"/>
                      <a:pt x="84" y="21"/>
                      <a:pt x="69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" name="Freeform 20"/>
              <p:cNvSpPr/>
              <p:nvPr/>
            </p:nvSpPr>
            <p:spPr bwMode="auto">
              <a:xfrm>
                <a:off x="6243638" y="4929188"/>
                <a:ext cx="303213" cy="317500"/>
              </a:xfrm>
              <a:custGeom>
                <a:avLst/>
                <a:gdLst>
                  <a:gd name="T0" fmla="*/ 105 w 120"/>
                  <a:gd name="T1" fmla="*/ 0 h 126"/>
                  <a:gd name="T2" fmla="*/ 105 w 120"/>
                  <a:gd name="T3" fmla="*/ 2 h 126"/>
                  <a:gd name="T4" fmla="*/ 98 w 120"/>
                  <a:gd name="T5" fmla="*/ 27 h 126"/>
                  <a:gd name="T6" fmla="*/ 120 w 120"/>
                  <a:gd name="T7" fmla="*/ 99 h 126"/>
                  <a:gd name="T8" fmla="*/ 100 w 120"/>
                  <a:gd name="T9" fmla="*/ 98 h 126"/>
                  <a:gd name="T10" fmla="*/ 37 w 120"/>
                  <a:gd name="T11" fmla="*/ 49 h 126"/>
                  <a:gd name="T12" fmla="*/ 28 w 120"/>
                  <a:gd name="T13" fmla="*/ 43 h 126"/>
                  <a:gd name="T14" fmla="*/ 47 w 120"/>
                  <a:gd name="T15" fmla="*/ 107 h 126"/>
                  <a:gd name="T16" fmla="*/ 60 w 120"/>
                  <a:gd name="T17" fmla="*/ 113 h 126"/>
                  <a:gd name="T18" fmla="*/ 69 w 120"/>
                  <a:gd name="T19" fmla="*/ 112 h 126"/>
                  <a:gd name="T20" fmla="*/ 28 w 120"/>
                  <a:gd name="T21" fmla="*/ 123 h 126"/>
                  <a:gd name="T22" fmla="*/ 35 w 120"/>
                  <a:gd name="T23" fmla="*/ 119 h 126"/>
                  <a:gd name="T24" fmla="*/ 39 w 120"/>
                  <a:gd name="T25" fmla="*/ 108 h 126"/>
                  <a:gd name="T26" fmla="*/ 19 w 120"/>
                  <a:gd name="T27" fmla="*/ 39 h 126"/>
                  <a:gd name="T28" fmla="*/ 9 w 120"/>
                  <a:gd name="T29" fmla="*/ 32 h 126"/>
                  <a:gd name="T30" fmla="*/ 1 w 120"/>
                  <a:gd name="T31" fmla="*/ 32 h 126"/>
                  <a:gd name="T32" fmla="*/ 0 w 120"/>
                  <a:gd name="T33" fmla="*/ 28 h 126"/>
                  <a:gd name="T34" fmla="*/ 34 w 120"/>
                  <a:gd name="T35" fmla="*/ 19 h 126"/>
                  <a:gd name="T36" fmla="*/ 40 w 120"/>
                  <a:gd name="T37" fmla="*/ 23 h 126"/>
                  <a:gd name="T38" fmla="*/ 96 w 120"/>
                  <a:gd name="T39" fmla="*/ 66 h 126"/>
                  <a:gd name="T40" fmla="*/ 104 w 120"/>
                  <a:gd name="T41" fmla="*/ 72 h 126"/>
                  <a:gd name="T42" fmla="*/ 88 w 120"/>
                  <a:gd name="T43" fmla="*/ 19 h 126"/>
                  <a:gd name="T44" fmla="*/ 78 w 120"/>
                  <a:gd name="T45" fmla="*/ 12 h 126"/>
                  <a:gd name="T46" fmla="*/ 70 w 120"/>
                  <a:gd name="T47" fmla="*/ 12 h 126"/>
                  <a:gd name="T48" fmla="*/ 69 w 120"/>
                  <a:gd name="T49" fmla="*/ 8 h 126"/>
                  <a:gd name="T50" fmla="*/ 87 w 120"/>
                  <a:gd name="T51" fmla="*/ 3 h 126"/>
                  <a:gd name="T52" fmla="*/ 105 w 120"/>
                  <a:gd name="T53" fmla="*/ 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0" h="126">
                    <a:moveTo>
                      <a:pt x="105" y="0"/>
                    </a:moveTo>
                    <a:cubicBezTo>
                      <a:pt x="105" y="0"/>
                      <a:pt x="105" y="2"/>
                      <a:pt x="105" y="2"/>
                    </a:cubicBezTo>
                    <a:cubicBezTo>
                      <a:pt x="93" y="8"/>
                      <a:pt x="95" y="17"/>
                      <a:pt x="98" y="27"/>
                    </a:cubicBezTo>
                    <a:cubicBezTo>
                      <a:pt x="106" y="51"/>
                      <a:pt x="113" y="75"/>
                      <a:pt x="120" y="99"/>
                    </a:cubicBezTo>
                    <a:cubicBezTo>
                      <a:pt x="113" y="103"/>
                      <a:pt x="107" y="104"/>
                      <a:pt x="100" y="98"/>
                    </a:cubicBezTo>
                    <a:cubicBezTo>
                      <a:pt x="79" y="81"/>
                      <a:pt x="58" y="65"/>
                      <a:pt x="37" y="49"/>
                    </a:cubicBezTo>
                    <a:cubicBezTo>
                      <a:pt x="35" y="47"/>
                      <a:pt x="32" y="46"/>
                      <a:pt x="28" y="43"/>
                    </a:cubicBezTo>
                    <a:cubicBezTo>
                      <a:pt x="35" y="66"/>
                      <a:pt x="41" y="86"/>
                      <a:pt x="47" y="107"/>
                    </a:cubicBezTo>
                    <a:cubicBezTo>
                      <a:pt x="49" y="113"/>
                      <a:pt x="54" y="113"/>
                      <a:pt x="60" y="113"/>
                    </a:cubicBezTo>
                    <a:cubicBezTo>
                      <a:pt x="62" y="112"/>
                      <a:pt x="65" y="112"/>
                      <a:pt x="69" y="112"/>
                    </a:cubicBezTo>
                    <a:cubicBezTo>
                      <a:pt x="61" y="119"/>
                      <a:pt x="34" y="126"/>
                      <a:pt x="28" y="123"/>
                    </a:cubicBezTo>
                    <a:cubicBezTo>
                      <a:pt x="31" y="122"/>
                      <a:pt x="34" y="121"/>
                      <a:pt x="35" y="119"/>
                    </a:cubicBezTo>
                    <a:cubicBezTo>
                      <a:pt x="37" y="116"/>
                      <a:pt x="40" y="111"/>
                      <a:pt x="39" y="108"/>
                    </a:cubicBezTo>
                    <a:cubicBezTo>
                      <a:pt x="33" y="85"/>
                      <a:pt x="26" y="62"/>
                      <a:pt x="19" y="39"/>
                    </a:cubicBezTo>
                    <a:cubicBezTo>
                      <a:pt x="18" y="34"/>
                      <a:pt x="14" y="31"/>
                      <a:pt x="9" y="32"/>
                    </a:cubicBezTo>
                    <a:cubicBezTo>
                      <a:pt x="6" y="32"/>
                      <a:pt x="3" y="32"/>
                      <a:pt x="1" y="32"/>
                    </a:cubicBezTo>
                    <a:cubicBezTo>
                      <a:pt x="0" y="31"/>
                      <a:pt x="0" y="30"/>
                      <a:pt x="0" y="28"/>
                    </a:cubicBezTo>
                    <a:cubicBezTo>
                      <a:pt x="11" y="25"/>
                      <a:pt x="23" y="22"/>
                      <a:pt x="34" y="19"/>
                    </a:cubicBezTo>
                    <a:cubicBezTo>
                      <a:pt x="36" y="19"/>
                      <a:pt x="38" y="21"/>
                      <a:pt x="40" y="23"/>
                    </a:cubicBezTo>
                    <a:cubicBezTo>
                      <a:pt x="59" y="37"/>
                      <a:pt x="77" y="52"/>
                      <a:pt x="96" y="66"/>
                    </a:cubicBezTo>
                    <a:cubicBezTo>
                      <a:pt x="98" y="68"/>
                      <a:pt x="100" y="69"/>
                      <a:pt x="104" y="72"/>
                    </a:cubicBezTo>
                    <a:cubicBezTo>
                      <a:pt x="99" y="53"/>
                      <a:pt x="94" y="36"/>
                      <a:pt x="88" y="19"/>
                    </a:cubicBezTo>
                    <a:cubicBezTo>
                      <a:pt x="87" y="16"/>
                      <a:pt x="81" y="14"/>
                      <a:pt x="78" y="12"/>
                    </a:cubicBezTo>
                    <a:cubicBezTo>
                      <a:pt x="75" y="12"/>
                      <a:pt x="72" y="12"/>
                      <a:pt x="70" y="12"/>
                    </a:cubicBezTo>
                    <a:cubicBezTo>
                      <a:pt x="70" y="11"/>
                      <a:pt x="69" y="10"/>
                      <a:pt x="69" y="8"/>
                    </a:cubicBezTo>
                    <a:cubicBezTo>
                      <a:pt x="75" y="7"/>
                      <a:pt x="81" y="4"/>
                      <a:pt x="87" y="3"/>
                    </a:cubicBezTo>
                    <a:cubicBezTo>
                      <a:pt x="93" y="1"/>
                      <a:pt x="99" y="1"/>
                      <a:pt x="10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" name="Freeform 21"/>
              <p:cNvSpPr/>
              <p:nvPr/>
            </p:nvSpPr>
            <p:spPr bwMode="auto">
              <a:xfrm>
                <a:off x="3760788" y="3636963"/>
                <a:ext cx="307975" cy="244475"/>
              </a:xfrm>
              <a:custGeom>
                <a:avLst/>
                <a:gdLst>
                  <a:gd name="T0" fmla="*/ 2 w 122"/>
                  <a:gd name="T1" fmla="*/ 22 h 96"/>
                  <a:gd name="T2" fmla="*/ 33 w 122"/>
                  <a:gd name="T3" fmla="*/ 13 h 96"/>
                  <a:gd name="T4" fmla="*/ 39 w 122"/>
                  <a:gd name="T5" fmla="*/ 14 h 96"/>
                  <a:gd name="T6" fmla="*/ 36 w 122"/>
                  <a:gd name="T7" fmla="*/ 19 h 96"/>
                  <a:gd name="T8" fmla="*/ 17 w 122"/>
                  <a:gd name="T9" fmla="*/ 47 h 96"/>
                  <a:gd name="T10" fmla="*/ 22 w 122"/>
                  <a:gd name="T11" fmla="*/ 67 h 96"/>
                  <a:gd name="T12" fmla="*/ 47 w 122"/>
                  <a:gd name="T13" fmla="*/ 63 h 96"/>
                  <a:gd name="T14" fmla="*/ 51 w 122"/>
                  <a:gd name="T15" fmla="*/ 32 h 96"/>
                  <a:gd name="T16" fmla="*/ 83 w 122"/>
                  <a:gd name="T17" fmla="*/ 1 h 96"/>
                  <a:gd name="T18" fmla="*/ 113 w 122"/>
                  <a:gd name="T19" fmla="*/ 37 h 96"/>
                  <a:gd name="T20" fmla="*/ 122 w 122"/>
                  <a:gd name="T21" fmla="*/ 60 h 96"/>
                  <a:gd name="T22" fmla="*/ 121 w 122"/>
                  <a:gd name="T23" fmla="*/ 62 h 96"/>
                  <a:gd name="T24" fmla="*/ 90 w 122"/>
                  <a:gd name="T25" fmla="*/ 71 h 96"/>
                  <a:gd name="T26" fmla="*/ 87 w 122"/>
                  <a:gd name="T27" fmla="*/ 70 h 96"/>
                  <a:gd name="T28" fmla="*/ 88 w 122"/>
                  <a:gd name="T29" fmla="*/ 66 h 96"/>
                  <a:gd name="T30" fmla="*/ 100 w 122"/>
                  <a:gd name="T31" fmla="*/ 54 h 96"/>
                  <a:gd name="T32" fmla="*/ 103 w 122"/>
                  <a:gd name="T33" fmla="*/ 23 h 96"/>
                  <a:gd name="T34" fmla="*/ 90 w 122"/>
                  <a:gd name="T35" fmla="*/ 17 h 96"/>
                  <a:gd name="T36" fmla="*/ 79 w 122"/>
                  <a:gd name="T37" fmla="*/ 26 h 96"/>
                  <a:gd name="T38" fmla="*/ 76 w 122"/>
                  <a:gd name="T39" fmla="*/ 46 h 96"/>
                  <a:gd name="T40" fmla="*/ 72 w 122"/>
                  <a:gd name="T41" fmla="*/ 70 h 96"/>
                  <a:gd name="T42" fmla="*/ 25 w 122"/>
                  <a:gd name="T43" fmla="*/ 81 h 96"/>
                  <a:gd name="T44" fmla="*/ 10 w 122"/>
                  <a:gd name="T45" fmla="*/ 50 h 96"/>
                  <a:gd name="T46" fmla="*/ 0 w 122"/>
                  <a:gd name="T47" fmla="*/ 24 h 96"/>
                  <a:gd name="T48" fmla="*/ 2 w 122"/>
                  <a:gd name="T49" fmla="*/ 22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22" h="96">
                    <a:moveTo>
                      <a:pt x="2" y="22"/>
                    </a:moveTo>
                    <a:cubicBezTo>
                      <a:pt x="12" y="19"/>
                      <a:pt x="23" y="16"/>
                      <a:pt x="33" y="13"/>
                    </a:cubicBezTo>
                    <a:cubicBezTo>
                      <a:pt x="35" y="12"/>
                      <a:pt x="37" y="13"/>
                      <a:pt x="39" y="14"/>
                    </a:cubicBezTo>
                    <a:cubicBezTo>
                      <a:pt x="38" y="16"/>
                      <a:pt x="38" y="18"/>
                      <a:pt x="36" y="19"/>
                    </a:cubicBezTo>
                    <a:cubicBezTo>
                      <a:pt x="27" y="26"/>
                      <a:pt x="17" y="34"/>
                      <a:pt x="17" y="47"/>
                    </a:cubicBezTo>
                    <a:cubicBezTo>
                      <a:pt x="16" y="53"/>
                      <a:pt x="18" y="62"/>
                      <a:pt x="22" y="67"/>
                    </a:cubicBezTo>
                    <a:cubicBezTo>
                      <a:pt x="29" y="77"/>
                      <a:pt x="44" y="75"/>
                      <a:pt x="47" y="63"/>
                    </a:cubicBezTo>
                    <a:cubicBezTo>
                      <a:pt x="50" y="53"/>
                      <a:pt x="50" y="43"/>
                      <a:pt x="51" y="32"/>
                    </a:cubicBezTo>
                    <a:cubicBezTo>
                      <a:pt x="54" y="9"/>
                      <a:pt x="64" y="0"/>
                      <a:pt x="83" y="1"/>
                    </a:cubicBezTo>
                    <a:cubicBezTo>
                      <a:pt x="100" y="2"/>
                      <a:pt x="113" y="18"/>
                      <a:pt x="113" y="37"/>
                    </a:cubicBezTo>
                    <a:cubicBezTo>
                      <a:pt x="113" y="46"/>
                      <a:pt x="109" y="56"/>
                      <a:pt x="122" y="60"/>
                    </a:cubicBezTo>
                    <a:cubicBezTo>
                      <a:pt x="122" y="61"/>
                      <a:pt x="121" y="61"/>
                      <a:pt x="121" y="62"/>
                    </a:cubicBezTo>
                    <a:cubicBezTo>
                      <a:pt x="111" y="65"/>
                      <a:pt x="101" y="68"/>
                      <a:pt x="90" y="71"/>
                    </a:cubicBezTo>
                    <a:cubicBezTo>
                      <a:pt x="89" y="71"/>
                      <a:pt x="87" y="71"/>
                      <a:pt x="87" y="70"/>
                    </a:cubicBezTo>
                    <a:cubicBezTo>
                      <a:pt x="87" y="69"/>
                      <a:pt x="87" y="67"/>
                      <a:pt x="88" y="66"/>
                    </a:cubicBezTo>
                    <a:cubicBezTo>
                      <a:pt x="92" y="62"/>
                      <a:pt x="97" y="59"/>
                      <a:pt x="100" y="54"/>
                    </a:cubicBezTo>
                    <a:cubicBezTo>
                      <a:pt x="109" y="45"/>
                      <a:pt x="110" y="32"/>
                      <a:pt x="103" y="23"/>
                    </a:cubicBezTo>
                    <a:cubicBezTo>
                      <a:pt x="100" y="20"/>
                      <a:pt x="94" y="17"/>
                      <a:pt x="90" y="17"/>
                    </a:cubicBezTo>
                    <a:cubicBezTo>
                      <a:pt x="86" y="18"/>
                      <a:pt x="81" y="22"/>
                      <a:pt x="79" y="26"/>
                    </a:cubicBezTo>
                    <a:cubicBezTo>
                      <a:pt x="77" y="32"/>
                      <a:pt x="77" y="39"/>
                      <a:pt x="76" y="46"/>
                    </a:cubicBezTo>
                    <a:cubicBezTo>
                      <a:pt x="75" y="54"/>
                      <a:pt x="74" y="62"/>
                      <a:pt x="72" y="70"/>
                    </a:cubicBezTo>
                    <a:cubicBezTo>
                      <a:pt x="66" y="90"/>
                      <a:pt x="40" y="96"/>
                      <a:pt x="25" y="81"/>
                    </a:cubicBezTo>
                    <a:cubicBezTo>
                      <a:pt x="16" y="73"/>
                      <a:pt x="12" y="62"/>
                      <a:pt x="10" y="50"/>
                    </a:cubicBezTo>
                    <a:cubicBezTo>
                      <a:pt x="9" y="41"/>
                      <a:pt x="14" y="29"/>
                      <a:pt x="0" y="24"/>
                    </a:cubicBezTo>
                    <a:cubicBezTo>
                      <a:pt x="0" y="24"/>
                      <a:pt x="1" y="23"/>
                      <a:pt x="2" y="2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" name="Freeform 22"/>
              <p:cNvSpPr/>
              <p:nvPr/>
            </p:nvSpPr>
            <p:spPr bwMode="auto">
              <a:xfrm>
                <a:off x="7272338" y="4254500"/>
                <a:ext cx="279400" cy="293688"/>
              </a:xfrm>
              <a:custGeom>
                <a:avLst/>
                <a:gdLst>
                  <a:gd name="T0" fmla="*/ 30 w 110"/>
                  <a:gd name="T1" fmla="*/ 0 h 116"/>
                  <a:gd name="T2" fmla="*/ 60 w 110"/>
                  <a:gd name="T3" fmla="*/ 19 h 116"/>
                  <a:gd name="T4" fmla="*/ 59 w 110"/>
                  <a:gd name="T5" fmla="*/ 22 h 116"/>
                  <a:gd name="T6" fmla="*/ 49 w 110"/>
                  <a:gd name="T7" fmla="*/ 21 h 116"/>
                  <a:gd name="T8" fmla="*/ 15 w 110"/>
                  <a:gd name="T9" fmla="*/ 33 h 116"/>
                  <a:gd name="T10" fmla="*/ 13 w 110"/>
                  <a:gd name="T11" fmla="*/ 48 h 116"/>
                  <a:gd name="T12" fmla="*/ 30 w 110"/>
                  <a:gd name="T13" fmla="*/ 55 h 116"/>
                  <a:gd name="T14" fmla="*/ 47 w 110"/>
                  <a:gd name="T15" fmla="*/ 45 h 116"/>
                  <a:gd name="T16" fmla="*/ 65 w 110"/>
                  <a:gd name="T17" fmla="*/ 33 h 116"/>
                  <a:gd name="T18" fmla="*/ 96 w 110"/>
                  <a:gd name="T19" fmla="*/ 35 h 116"/>
                  <a:gd name="T20" fmla="*/ 106 w 110"/>
                  <a:gd name="T21" fmla="*/ 69 h 116"/>
                  <a:gd name="T22" fmla="*/ 87 w 110"/>
                  <a:gd name="T23" fmla="*/ 97 h 116"/>
                  <a:gd name="T24" fmla="*/ 80 w 110"/>
                  <a:gd name="T25" fmla="*/ 112 h 116"/>
                  <a:gd name="T26" fmla="*/ 77 w 110"/>
                  <a:gd name="T27" fmla="*/ 116 h 116"/>
                  <a:gd name="T28" fmla="*/ 45 w 110"/>
                  <a:gd name="T29" fmla="*/ 95 h 116"/>
                  <a:gd name="T30" fmla="*/ 45 w 110"/>
                  <a:gd name="T31" fmla="*/ 93 h 116"/>
                  <a:gd name="T32" fmla="*/ 53 w 110"/>
                  <a:gd name="T33" fmla="*/ 92 h 116"/>
                  <a:gd name="T34" fmla="*/ 80 w 110"/>
                  <a:gd name="T35" fmla="*/ 92 h 116"/>
                  <a:gd name="T36" fmla="*/ 99 w 110"/>
                  <a:gd name="T37" fmla="*/ 70 h 116"/>
                  <a:gd name="T38" fmla="*/ 79 w 110"/>
                  <a:gd name="T39" fmla="*/ 55 h 116"/>
                  <a:gd name="T40" fmla="*/ 64 w 110"/>
                  <a:gd name="T41" fmla="*/ 64 h 116"/>
                  <a:gd name="T42" fmla="*/ 46 w 110"/>
                  <a:gd name="T43" fmla="*/ 76 h 116"/>
                  <a:gd name="T44" fmla="*/ 14 w 110"/>
                  <a:gd name="T45" fmla="*/ 74 h 116"/>
                  <a:gd name="T46" fmla="*/ 5 w 110"/>
                  <a:gd name="T47" fmla="*/ 40 h 116"/>
                  <a:gd name="T48" fmla="*/ 16 w 110"/>
                  <a:gd name="T49" fmla="*/ 22 h 116"/>
                  <a:gd name="T50" fmla="*/ 30 w 110"/>
                  <a:gd name="T51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0" h="116">
                    <a:moveTo>
                      <a:pt x="30" y="0"/>
                    </a:moveTo>
                    <a:cubicBezTo>
                      <a:pt x="41" y="6"/>
                      <a:pt x="50" y="12"/>
                      <a:pt x="60" y="19"/>
                    </a:cubicBezTo>
                    <a:cubicBezTo>
                      <a:pt x="60" y="20"/>
                      <a:pt x="59" y="21"/>
                      <a:pt x="59" y="22"/>
                    </a:cubicBezTo>
                    <a:cubicBezTo>
                      <a:pt x="56" y="21"/>
                      <a:pt x="52" y="21"/>
                      <a:pt x="49" y="21"/>
                    </a:cubicBezTo>
                    <a:cubicBezTo>
                      <a:pt x="33" y="18"/>
                      <a:pt x="21" y="22"/>
                      <a:pt x="15" y="33"/>
                    </a:cubicBezTo>
                    <a:cubicBezTo>
                      <a:pt x="13" y="37"/>
                      <a:pt x="12" y="43"/>
                      <a:pt x="13" y="48"/>
                    </a:cubicBezTo>
                    <a:cubicBezTo>
                      <a:pt x="15" y="55"/>
                      <a:pt x="23" y="58"/>
                      <a:pt x="30" y="55"/>
                    </a:cubicBezTo>
                    <a:cubicBezTo>
                      <a:pt x="36" y="52"/>
                      <a:pt x="41" y="48"/>
                      <a:pt x="47" y="45"/>
                    </a:cubicBezTo>
                    <a:cubicBezTo>
                      <a:pt x="53" y="41"/>
                      <a:pt x="58" y="36"/>
                      <a:pt x="65" y="33"/>
                    </a:cubicBezTo>
                    <a:cubicBezTo>
                      <a:pt x="75" y="28"/>
                      <a:pt x="86" y="27"/>
                      <a:pt x="96" y="35"/>
                    </a:cubicBezTo>
                    <a:cubicBezTo>
                      <a:pt x="107" y="44"/>
                      <a:pt x="110" y="56"/>
                      <a:pt x="106" y="69"/>
                    </a:cubicBezTo>
                    <a:cubicBezTo>
                      <a:pt x="103" y="81"/>
                      <a:pt x="96" y="89"/>
                      <a:pt x="87" y="97"/>
                    </a:cubicBezTo>
                    <a:cubicBezTo>
                      <a:pt x="82" y="101"/>
                      <a:pt x="76" y="104"/>
                      <a:pt x="80" y="112"/>
                    </a:cubicBezTo>
                    <a:cubicBezTo>
                      <a:pt x="80" y="112"/>
                      <a:pt x="79" y="114"/>
                      <a:pt x="77" y="116"/>
                    </a:cubicBezTo>
                    <a:cubicBezTo>
                      <a:pt x="66" y="109"/>
                      <a:pt x="56" y="102"/>
                      <a:pt x="45" y="95"/>
                    </a:cubicBezTo>
                    <a:cubicBezTo>
                      <a:pt x="45" y="94"/>
                      <a:pt x="45" y="93"/>
                      <a:pt x="45" y="93"/>
                    </a:cubicBezTo>
                    <a:cubicBezTo>
                      <a:pt x="48" y="92"/>
                      <a:pt x="50" y="92"/>
                      <a:pt x="53" y="92"/>
                    </a:cubicBezTo>
                    <a:cubicBezTo>
                      <a:pt x="62" y="92"/>
                      <a:pt x="71" y="93"/>
                      <a:pt x="80" y="92"/>
                    </a:cubicBezTo>
                    <a:cubicBezTo>
                      <a:pt x="91" y="90"/>
                      <a:pt x="98" y="80"/>
                      <a:pt x="99" y="70"/>
                    </a:cubicBezTo>
                    <a:cubicBezTo>
                      <a:pt x="100" y="58"/>
                      <a:pt x="90" y="51"/>
                      <a:pt x="79" y="55"/>
                    </a:cubicBezTo>
                    <a:cubicBezTo>
                      <a:pt x="74" y="58"/>
                      <a:pt x="69" y="61"/>
                      <a:pt x="64" y="64"/>
                    </a:cubicBezTo>
                    <a:cubicBezTo>
                      <a:pt x="58" y="68"/>
                      <a:pt x="52" y="73"/>
                      <a:pt x="46" y="76"/>
                    </a:cubicBezTo>
                    <a:cubicBezTo>
                      <a:pt x="32" y="83"/>
                      <a:pt x="23" y="82"/>
                      <a:pt x="14" y="74"/>
                    </a:cubicBezTo>
                    <a:cubicBezTo>
                      <a:pt x="3" y="65"/>
                      <a:pt x="0" y="52"/>
                      <a:pt x="5" y="40"/>
                    </a:cubicBezTo>
                    <a:cubicBezTo>
                      <a:pt x="8" y="33"/>
                      <a:pt x="12" y="27"/>
                      <a:pt x="16" y="22"/>
                    </a:cubicBezTo>
                    <a:cubicBezTo>
                      <a:pt x="21" y="16"/>
                      <a:pt x="29" y="6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" name="Freeform 23"/>
              <p:cNvSpPr/>
              <p:nvPr/>
            </p:nvSpPr>
            <p:spPr bwMode="auto">
              <a:xfrm>
                <a:off x="5219700" y="4976813"/>
                <a:ext cx="239713" cy="280988"/>
              </a:xfrm>
              <a:custGeom>
                <a:avLst/>
                <a:gdLst>
                  <a:gd name="T0" fmla="*/ 95 w 95"/>
                  <a:gd name="T1" fmla="*/ 13 h 111"/>
                  <a:gd name="T2" fmla="*/ 87 w 95"/>
                  <a:gd name="T3" fmla="*/ 44 h 111"/>
                  <a:gd name="T4" fmla="*/ 84 w 95"/>
                  <a:gd name="T5" fmla="*/ 49 h 111"/>
                  <a:gd name="T6" fmla="*/ 81 w 95"/>
                  <a:gd name="T7" fmla="*/ 43 h 111"/>
                  <a:gd name="T8" fmla="*/ 76 w 95"/>
                  <a:gd name="T9" fmla="*/ 25 h 111"/>
                  <a:gd name="T10" fmla="*/ 56 w 95"/>
                  <a:gd name="T11" fmla="*/ 11 h 111"/>
                  <a:gd name="T12" fmla="*/ 39 w 95"/>
                  <a:gd name="T13" fmla="*/ 19 h 111"/>
                  <a:gd name="T14" fmla="*/ 44 w 95"/>
                  <a:gd name="T15" fmla="*/ 35 h 111"/>
                  <a:gd name="T16" fmla="*/ 58 w 95"/>
                  <a:gd name="T17" fmla="*/ 46 h 111"/>
                  <a:gd name="T18" fmla="*/ 76 w 95"/>
                  <a:gd name="T19" fmla="*/ 62 h 111"/>
                  <a:gd name="T20" fmla="*/ 58 w 95"/>
                  <a:gd name="T21" fmla="*/ 108 h 111"/>
                  <a:gd name="T22" fmla="*/ 19 w 95"/>
                  <a:gd name="T23" fmla="*/ 98 h 111"/>
                  <a:gd name="T24" fmla="*/ 5 w 95"/>
                  <a:gd name="T25" fmla="*/ 97 h 111"/>
                  <a:gd name="T26" fmla="*/ 0 w 95"/>
                  <a:gd name="T27" fmla="*/ 94 h 111"/>
                  <a:gd name="T28" fmla="*/ 7 w 95"/>
                  <a:gd name="T29" fmla="*/ 63 h 111"/>
                  <a:gd name="T30" fmla="*/ 11 w 95"/>
                  <a:gd name="T31" fmla="*/ 60 h 111"/>
                  <a:gd name="T32" fmla="*/ 14 w 95"/>
                  <a:gd name="T33" fmla="*/ 64 h 111"/>
                  <a:gd name="T34" fmla="*/ 18 w 95"/>
                  <a:gd name="T35" fmla="*/ 83 h 111"/>
                  <a:gd name="T36" fmla="*/ 45 w 95"/>
                  <a:gd name="T37" fmla="*/ 103 h 111"/>
                  <a:gd name="T38" fmla="*/ 60 w 95"/>
                  <a:gd name="T39" fmla="*/ 94 h 111"/>
                  <a:gd name="T40" fmla="*/ 56 w 95"/>
                  <a:gd name="T41" fmla="*/ 78 h 111"/>
                  <a:gd name="T42" fmla="*/ 43 w 95"/>
                  <a:gd name="T43" fmla="*/ 67 h 111"/>
                  <a:gd name="T44" fmla="*/ 31 w 95"/>
                  <a:gd name="T45" fmla="*/ 58 h 111"/>
                  <a:gd name="T46" fmla="*/ 21 w 95"/>
                  <a:gd name="T47" fmla="*/ 19 h 111"/>
                  <a:gd name="T48" fmla="*/ 61 w 95"/>
                  <a:gd name="T49" fmla="*/ 5 h 111"/>
                  <a:gd name="T50" fmla="*/ 66 w 95"/>
                  <a:gd name="T51" fmla="*/ 8 h 111"/>
                  <a:gd name="T52" fmla="*/ 95 w 95"/>
                  <a:gd name="T53" fmla="*/ 13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95" h="111">
                    <a:moveTo>
                      <a:pt x="95" y="13"/>
                    </a:moveTo>
                    <a:cubicBezTo>
                      <a:pt x="92" y="26"/>
                      <a:pt x="90" y="35"/>
                      <a:pt x="87" y="44"/>
                    </a:cubicBezTo>
                    <a:cubicBezTo>
                      <a:pt x="87" y="46"/>
                      <a:pt x="85" y="47"/>
                      <a:pt x="84" y="49"/>
                    </a:cubicBezTo>
                    <a:cubicBezTo>
                      <a:pt x="83" y="47"/>
                      <a:pt x="81" y="45"/>
                      <a:pt x="81" y="43"/>
                    </a:cubicBezTo>
                    <a:cubicBezTo>
                      <a:pt x="79" y="37"/>
                      <a:pt x="78" y="31"/>
                      <a:pt x="76" y="25"/>
                    </a:cubicBezTo>
                    <a:cubicBezTo>
                      <a:pt x="72" y="17"/>
                      <a:pt x="65" y="12"/>
                      <a:pt x="56" y="11"/>
                    </a:cubicBezTo>
                    <a:cubicBezTo>
                      <a:pt x="49" y="10"/>
                      <a:pt x="43" y="12"/>
                      <a:pt x="39" y="19"/>
                    </a:cubicBezTo>
                    <a:cubicBezTo>
                      <a:pt x="36" y="25"/>
                      <a:pt x="39" y="30"/>
                      <a:pt x="44" y="35"/>
                    </a:cubicBezTo>
                    <a:cubicBezTo>
                      <a:pt x="48" y="39"/>
                      <a:pt x="53" y="42"/>
                      <a:pt x="58" y="46"/>
                    </a:cubicBezTo>
                    <a:cubicBezTo>
                      <a:pt x="64" y="51"/>
                      <a:pt x="71" y="56"/>
                      <a:pt x="76" y="62"/>
                    </a:cubicBezTo>
                    <a:cubicBezTo>
                      <a:pt x="91" y="79"/>
                      <a:pt x="81" y="104"/>
                      <a:pt x="58" y="108"/>
                    </a:cubicBezTo>
                    <a:cubicBezTo>
                      <a:pt x="44" y="111"/>
                      <a:pt x="31" y="107"/>
                      <a:pt x="19" y="98"/>
                    </a:cubicBezTo>
                    <a:cubicBezTo>
                      <a:pt x="14" y="95"/>
                      <a:pt x="10" y="92"/>
                      <a:pt x="5" y="97"/>
                    </a:cubicBezTo>
                    <a:cubicBezTo>
                      <a:pt x="5" y="97"/>
                      <a:pt x="0" y="94"/>
                      <a:pt x="0" y="94"/>
                    </a:cubicBezTo>
                    <a:cubicBezTo>
                      <a:pt x="2" y="83"/>
                      <a:pt x="5" y="73"/>
                      <a:pt x="7" y="63"/>
                    </a:cubicBezTo>
                    <a:cubicBezTo>
                      <a:pt x="8" y="62"/>
                      <a:pt x="10" y="61"/>
                      <a:pt x="11" y="60"/>
                    </a:cubicBezTo>
                    <a:cubicBezTo>
                      <a:pt x="12" y="61"/>
                      <a:pt x="13" y="63"/>
                      <a:pt x="14" y="64"/>
                    </a:cubicBezTo>
                    <a:cubicBezTo>
                      <a:pt x="15" y="70"/>
                      <a:pt x="16" y="77"/>
                      <a:pt x="18" y="83"/>
                    </a:cubicBezTo>
                    <a:cubicBezTo>
                      <a:pt x="22" y="96"/>
                      <a:pt x="33" y="103"/>
                      <a:pt x="45" y="103"/>
                    </a:cubicBezTo>
                    <a:cubicBezTo>
                      <a:pt x="52" y="103"/>
                      <a:pt x="57" y="100"/>
                      <a:pt x="60" y="94"/>
                    </a:cubicBezTo>
                    <a:cubicBezTo>
                      <a:pt x="63" y="87"/>
                      <a:pt x="61" y="82"/>
                      <a:pt x="56" y="78"/>
                    </a:cubicBezTo>
                    <a:cubicBezTo>
                      <a:pt x="52" y="74"/>
                      <a:pt x="47" y="70"/>
                      <a:pt x="43" y="67"/>
                    </a:cubicBezTo>
                    <a:cubicBezTo>
                      <a:pt x="39" y="64"/>
                      <a:pt x="34" y="61"/>
                      <a:pt x="31" y="58"/>
                    </a:cubicBezTo>
                    <a:cubicBezTo>
                      <a:pt x="15" y="45"/>
                      <a:pt x="13" y="34"/>
                      <a:pt x="21" y="19"/>
                    </a:cubicBezTo>
                    <a:cubicBezTo>
                      <a:pt x="29" y="5"/>
                      <a:pt x="44" y="0"/>
                      <a:pt x="61" y="5"/>
                    </a:cubicBezTo>
                    <a:cubicBezTo>
                      <a:pt x="63" y="6"/>
                      <a:pt x="65" y="7"/>
                      <a:pt x="66" y="8"/>
                    </a:cubicBezTo>
                    <a:cubicBezTo>
                      <a:pt x="75" y="11"/>
                      <a:pt x="81" y="24"/>
                      <a:pt x="95" y="1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" name="Freeform 24"/>
              <p:cNvSpPr/>
              <p:nvPr/>
            </p:nvSpPr>
            <p:spPr bwMode="auto">
              <a:xfrm>
                <a:off x="4162425" y="4287838"/>
                <a:ext cx="319088" cy="311150"/>
              </a:xfrm>
              <a:custGeom>
                <a:avLst/>
                <a:gdLst>
                  <a:gd name="T0" fmla="*/ 126 w 126"/>
                  <a:gd name="T1" fmla="*/ 72 h 123"/>
                  <a:gd name="T2" fmla="*/ 100 w 126"/>
                  <a:gd name="T3" fmla="*/ 95 h 123"/>
                  <a:gd name="T4" fmla="*/ 97 w 126"/>
                  <a:gd name="T5" fmla="*/ 94 h 123"/>
                  <a:gd name="T6" fmla="*/ 98 w 126"/>
                  <a:gd name="T7" fmla="*/ 86 h 123"/>
                  <a:gd name="T8" fmla="*/ 97 w 126"/>
                  <a:gd name="T9" fmla="*/ 49 h 123"/>
                  <a:gd name="T10" fmla="*/ 90 w 126"/>
                  <a:gd name="T11" fmla="*/ 55 h 123"/>
                  <a:gd name="T12" fmla="*/ 41 w 126"/>
                  <a:gd name="T13" fmla="*/ 99 h 123"/>
                  <a:gd name="T14" fmla="*/ 38 w 126"/>
                  <a:gd name="T15" fmla="*/ 119 h 123"/>
                  <a:gd name="T16" fmla="*/ 39 w 126"/>
                  <a:gd name="T17" fmla="*/ 123 h 123"/>
                  <a:gd name="T18" fmla="*/ 0 w 126"/>
                  <a:gd name="T19" fmla="*/ 80 h 123"/>
                  <a:gd name="T20" fmla="*/ 5 w 126"/>
                  <a:gd name="T21" fmla="*/ 82 h 123"/>
                  <a:gd name="T22" fmla="*/ 23 w 126"/>
                  <a:gd name="T23" fmla="*/ 82 h 123"/>
                  <a:gd name="T24" fmla="*/ 80 w 126"/>
                  <a:gd name="T25" fmla="*/ 31 h 123"/>
                  <a:gd name="T26" fmla="*/ 45 w 126"/>
                  <a:gd name="T27" fmla="*/ 25 h 123"/>
                  <a:gd name="T28" fmla="*/ 36 w 126"/>
                  <a:gd name="T29" fmla="*/ 25 h 123"/>
                  <a:gd name="T30" fmla="*/ 36 w 126"/>
                  <a:gd name="T31" fmla="*/ 22 h 123"/>
                  <a:gd name="T32" fmla="*/ 62 w 126"/>
                  <a:gd name="T33" fmla="*/ 0 h 123"/>
                  <a:gd name="T34" fmla="*/ 94 w 126"/>
                  <a:gd name="T35" fmla="*/ 35 h 123"/>
                  <a:gd name="T36" fmla="*/ 126 w 126"/>
                  <a:gd name="T37" fmla="*/ 7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26" h="123">
                    <a:moveTo>
                      <a:pt x="126" y="72"/>
                    </a:moveTo>
                    <a:cubicBezTo>
                      <a:pt x="117" y="80"/>
                      <a:pt x="108" y="87"/>
                      <a:pt x="100" y="95"/>
                    </a:cubicBezTo>
                    <a:cubicBezTo>
                      <a:pt x="99" y="95"/>
                      <a:pt x="98" y="95"/>
                      <a:pt x="97" y="94"/>
                    </a:cubicBezTo>
                    <a:cubicBezTo>
                      <a:pt x="98" y="92"/>
                      <a:pt x="97" y="88"/>
                      <a:pt x="98" y="86"/>
                    </a:cubicBezTo>
                    <a:cubicBezTo>
                      <a:pt x="105" y="74"/>
                      <a:pt x="108" y="62"/>
                      <a:pt x="97" y="49"/>
                    </a:cubicBezTo>
                    <a:cubicBezTo>
                      <a:pt x="95" y="51"/>
                      <a:pt x="92" y="53"/>
                      <a:pt x="90" y="55"/>
                    </a:cubicBezTo>
                    <a:cubicBezTo>
                      <a:pt x="74" y="70"/>
                      <a:pt x="57" y="84"/>
                      <a:pt x="41" y="99"/>
                    </a:cubicBezTo>
                    <a:cubicBezTo>
                      <a:pt x="31" y="108"/>
                      <a:pt x="31" y="108"/>
                      <a:pt x="38" y="119"/>
                    </a:cubicBezTo>
                    <a:cubicBezTo>
                      <a:pt x="38" y="120"/>
                      <a:pt x="38" y="121"/>
                      <a:pt x="39" y="123"/>
                    </a:cubicBezTo>
                    <a:cubicBezTo>
                      <a:pt x="33" y="123"/>
                      <a:pt x="8" y="97"/>
                      <a:pt x="0" y="80"/>
                    </a:cubicBezTo>
                    <a:cubicBezTo>
                      <a:pt x="2" y="80"/>
                      <a:pt x="4" y="81"/>
                      <a:pt x="5" y="82"/>
                    </a:cubicBezTo>
                    <a:cubicBezTo>
                      <a:pt x="11" y="88"/>
                      <a:pt x="16" y="88"/>
                      <a:pt x="23" y="82"/>
                    </a:cubicBezTo>
                    <a:cubicBezTo>
                      <a:pt x="42" y="65"/>
                      <a:pt x="61" y="48"/>
                      <a:pt x="80" y="31"/>
                    </a:cubicBezTo>
                    <a:cubicBezTo>
                      <a:pt x="73" y="20"/>
                      <a:pt x="62" y="18"/>
                      <a:pt x="45" y="25"/>
                    </a:cubicBezTo>
                    <a:cubicBezTo>
                      <a:pt x="42" y="26"/>
                      <a:pt x="39" y="25"/>
                      <a:pt x="36" y="25"/>
                    </a:cubicBezTo>
                    <a:cubicBezTo>
                      <a:pt x="36" y="24"/>
                      <a:pt x="36" y="23"/>
                      <a:pt x="36" y="22"/>
                    </a:cubicBezTo>
                    <a:cubicBezTo>
                      <a:pt x="44" y="15"/>
                      <a:pt x="53" y="8"/>
                      <a:pt x="62" y="0"/>
                    </a:cubicBezTo>
                    <a:cubicBezTo>
                      <a:pt x="73" y="12"/>
                      <a:pt x="83" y="23"/>
                      <a:pt x="94" y="35"/>
                    </a:cubicBezTo>
                    <a:cubicBezTo>
                      <a:pt x="104" y="47"/>
                      <a:pt x="115" y="59"/>
                      <a:pt x="126" y="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" name="Freeform 25"/>
              <p:cNvSpPr/>
              <p:nvPr/>
            </p:nvSpPr>
            <p:spPr bwMode="auto">
              <a:xfrm>
                <a:off x="5484813" y="5014913"/>
                <a:ext cx="252413" cy="282575"/>
              </a:xfrm>
              <a:custGeom>
                <a:avLst/>
                <a:gdLst>
                  <a:gd name="T0" fmla="*/ 39 w 100"/>
                  <a:gd name="T1" fmla="*/ 11 h 112"/>
                  <a:gd name="T2" fmla="*/ 16 w 100"/>
                  <a:gd name="T3" fmla="*/ 19 h 112"/>
                  <a:gd name="T4" fmla="*/ 0 w 100"/>
                  <a:gd name="T5" fmla="*/ 36 h 112"/>
                  <a:gd name="T6" fmla="*/ 4 w 100"/>
                  <a:gd name="T7" fmla="*/ 0 h 112"/>
                  <a:gd name="T8" fmla="*/ 100 w 100"/>
                  <a:gd name="T9" fmla="*/ 11 h 112"/>
                  <a:gd name="T10" fmla="*/ 97 w 100"/>
                  <a:gd name="T11" fmla="*/ 42 h 112"/>
                  <a:gd name="T12" fmla="*/ 94 w 100"/>
                  <a:gd name="T13" fmla="*/ 46 h 112"/>
                  <a:gd name="T14" fmla="*/ 90 w 100"/>
                  <a:gd name="T15" fmla="*/ 42 h 112"/>
                  <a:gd name="T16" fmla="*/ 84 w 100"/>
                  <a:gd name="T17" fmla="*/ 26 h 112"/>
                  <a:gd name="T18" fmla="*/ 63 w 100"/>
                  <a:gd name="T19" fmla="*/ 13 h 112"/>
                  <a:gd name="T20" fmla="*/ 56 w 100"/>
                  <a:gd name="T21" fmla="*/ 81 h 112"/>
                  <a:gd name="T22" fmla="*/ 55 w 100"/>
                  <a:gd name="T23" fmla="*/ 86 h 112"/>
                  <a:gd name="T24" fmla="*/ 67 w 100"/>
                  <a:gd name="T25" fmla="*/ 106 h 112"/>
                  <a:gd name="T26" fmla="*/ 69 w 100"/>
                  <a:gd name="T27" fmla="*/ 107 h 112"/>
                  <a:gd name="T28" fmla="*/ 12 w 100"/>
                  <a:gd name="T29" fmla="*/ 101 h 112"/>
                  <a:gd name="T30" fmla="*/ 13 w 100"/>
                  <a:gd name="T31" fmla="*/ 100 h 112"/>
                  <a:gd name="T32" fmla="*/ 31 w 100"/>
                  <a:gd name="T33" fmla="*/ 81 h 112"/>
                  <a:gd name="T34" fmla="*/ 38 w 100"/>
                  <a:gd name="T35" fmla="*/ 22 h 112"/>
                  <a:gd name="T36" fmla="*/ 39 w 100"/>
                  <a:gd name="T37" fmla="*/ 11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00" h="112">
                    <a:moveTo>
                      <a:pt x="39" y="11"/>
                    </a:moveTo>
                    <a:cubicBezTo>
                      <a:pt x="29" y="9"/>
                      <a:pt x="22" y="13"/>
                      <a:pt x="16" y="19"/>
                    </a:cubicBezTo>
                    <a:cubicBezTo>
                      <a:pt x="10" y="23"/>
                      <a:pt x="11" y="34"/>
                      <a:pt x="0" y="36"/>
                    </a:cubicBezTo>
                    <a:cubicBezTo>
                      <a:pt x="1" y="23"/>
                      <a:pt x="3" y="12"/>
                      <a:pt x="4" y="0"/>
                    </a:cubicBezTo>
                    <a:cubicBezTo>
                      <a:pt x="36" y="3"/>
                      <a:pt x="67" y="7"/>
                      <a:pt x="100" y="11"/>
                    </a:cubicBezTo>
                    <a:cubicBezTo>
                      <a:pt x="99" y="22"/>
                      <a:pt x="98" y="32"/>
                      <a:pt x="97" y="42"/>
                    </a:cubicBezTo>
                    <a:cubicBezTo>
                      <a:pt x="97" y="44"/>
                      <a:pt x="95" y="45"/>
                      <a:pt x="94" y="46"/>
                    </a:cubicBezTo>
                    <a:cubicBezTo>
                      <a:pt x="92" y="45"/>
                      <a:pt x="90" y="44"/>
                      <a:pt x="90" y="42"/>
                    </a:cubicBezTo>
                    <a:cubicBezTo>
                      <a:pt x="87" y="37"/>
                      <a:pt x="86" y="31"/>
                      <a:pt x="84" y="26"/>
                    </a:cubicBezTo>
                    <a:cubicBezTo>
                      <a:pt x="80" y="18"/>
                      <a:pt x="73" y="14"/>
                      <a:pt x="63" y="13"/>
                    </a:cubicBezTo>
                    <a:cubicBezTo>
                      <a:pt x="61" y="36"/>
                      <a:pt x="58" y="58"/>
                      <a:pt x="56" y="81"/>
                    </a:cubicBezTo>
                    <a:cubicBezTo>
                      <a:pt x="56" y="82"/>
                      <a:pt x="56" y="84"/>
                      <a:pt x="55" y="86"/>
                    </a:cubicBezTo>
                    <a:cubicBezTo>
                      <a:pt x="53" y="100"/>
                      <a:pt x="53" y="100"/>
                      <a:pt x="67" y="106"/>
                    </a:cubicBezTo>
                    <a:cubicBezTo>
                      <a:pt x="68" y="106"/>
                      <a:pt x="68" y="107"/>
                      <a:pt x="69" y="107"/>
                    </a:cubicBezTo>
                    <a:cubicBezTo>
                      <a:pt x="64" y="112"/>
                      <a:pt x="16" y="106"/>
                      <a:pt x="12" y="101"/>
                    </a:cubicBezTo>
                    <a:cubicBezTo>
                      <a:pt x="12" y="100"/>
                      <a:pt x="12" y="100"/>
                      <a:pt x="13" y="100"/>
                    </a:cubicBezTo>
                    <a:cubicBezTo>
                      <a:pt x="30" y="98"/>
                      <a:pt x="29" y="98"/>
                      <a:pt x="31" y="81"/>
                    </a:cubicBezTo>
                    <a:cubicBezTo>
                      <a:pt x="33" y="61"/>
                      <a:pt x="36" y="42"/>
                      <a:pt x="38" y="22"/>
                    </a:cubicBezTo>
                    <a:cubicBezTo>
                      <a:pt x="38" y="18"/>
                      <a:pt x="38" y="15"/>
                      <a:pt x="39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26"/>
              <p:cNvSpPr/>
              <p:nvPr/>
            </p:nvSpPr>
            <p:spPr bwMode="auto">
              <a:xfrm>
                <a:off x="7454900" y="3878263"/>
                <a:ext cx="315913" cy="282575"/>
              </a:xfrm>
              <a:custGeom>
                <a:avLst/>
                <a:gdLst>
                  <a:gd name="T0" fmla="*/ 20 w 125"/>
                  <a:gd name="T1" fmla="*/ 58 h 112"/>
                  <a:gd name="T2" fmla="*/ 30 w 125"/>
                  <a:gd name="T3" fmla="*/ 93 h 112"/>
                  <a:gd name="T4" fmla="*/ 34 w 125"/>
                  <a:gd name="T5" fmla="*/ 101 h 112"/>
                  <a:gd name="T6" fmla="*/ 31 w 125"/>
                  <a:gd name="T7" fmla="*/ 103 h 112"/>
                  <a:gd name="T8" fmla="*/ 0 w 125"/>
                  <a:gd name="T9" fmla="*/ 88 h 112"/>
                  <a:gd name="T10" fmla="*/ 40 w 125"/>
                  <a:gd name="T11" fmla="*/ 0 h 112"/>
                  <a:gd name="T12" fmla="*/ 72 w 125"/>
                  <a:gd name="T13" fmla="*/ 14 h 112"/>
                  <a:gd name="T14" fmla="*/ 72 w 125"/>
                  <a:gd name="T15" fmla="*/ 17 h 112"/>
                  <a:gd name="T16" fmla="*/ 63 w 125"/>
                  <a:gd name="T17" fmla="*/ 19 h 112"/>
                  <a:gd name="T18" fmla="*/ 31 w 125"/>
                  <a:gd name="T19" fmla="*/ 36 h 112"/>
                  <a:gd name="T20" fmla="*/ 71 w 125"/>
                  <a:gd name="T21" fmla="*/ 54 h 112"/>
                  <a:gd name="T22" fmla="*/ 102 w 125"/>
                  <a:gd name="T23" fmla="*/ 68 h 112"/>
                  <a:gd name="T24" fmla="*/ 118 w 125"/>
                  <a:gd name="T25" fmla="*/ 63 h 112"/>
                  <a:gd name="T26" fmla="*/ 123 w 125"/>
                  <a:gd name="T27" fmla="*/ 59 h 112"/>
                  <a:gd name="T28" fmla="*/ 125 w 125"/>
                  <a:gd name="T29" fmla="*/ 61 h 112"/>
                  <a:gd name="T30" fmla="*/ 101 w 125"/>
                  <a:gd name="T31" fmla="*/ 112 h 112"/>
                  <a:gd name="T32" fmla="*/ 97 w 125"/>
                  <a:gd name="T33" fmla="*/ 111 h 112"/>
                  <a:gd name="T34" fmla="*/ 99 w 125"/>
                  <a:gd name="T35" fmla="*/ 103 h 112"/>
                  <a:gd name="T36" fmla="*/ 94 w 125"/>
                  <a:gd name="T37" fmla="*/ 92 h 112"/>
                  <a:gd name="T38" fmla="*/ 20 w 125"/>
                  <a:gd name="T39" fmla="*/ 58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25" h="112">
                    <a:moveTo>
                      <a:pt x="20" y="58"/>
                    </a:moveTo>
                    <a:cubicBezTo>
                      <a:pt x="14" y="73"/>
                      <a:pt x="20" y="84"/>
                      <a:pt x="30" y="93"/>
                    </a:cubicBezTo>
                    <a:cubicBezTo>
                      <a:pt x="32" y="95"/>
                      <a:pt x="33" y="99"/>
                      <a:pt x="34" y="101"/>
                    </a:cubicBezTo>
                    <a:cubicBezTo>
                      <a:pt x="33" y="102"/>
                      <a:pt x="32" y="102"/>
                      <a:pt x="31" y="103"/>
                    </a:cubicBezTo>
                    <a:cubicBezTo>
                      <a:pt x="21" y="98"/>
                      <a:pt x="11" y="93"/>
                      <a:pt x="0" y="88"/>
                    </a:cubicBezTo>
                    <a:cubicBezTo>
                      <a:pt x="13" y="59"/>
                      <a:pt x="26" y="30"/>
                      <a:pt x="40" y="0"/>
                    </a:cubicBezTo>
                    <a:cubicBezTo>
                      <a:pt x="51" y="5"/>
                      <a:pt x="61" y="10"/>
                      <a:pt x="72" y="14"/>
                    </a:cubicBezTo>
                    <a:cubicBezTo>
                      <a:pt x="72" y="15"/>
                      <a:pt x="72" y="16"/>
                      <a:pt x="72" y="17"/>
                    </a:cubicBezTo>
                    <a:cubicBezTo>
                      <a:pt x="69" y="18"/>
                      <a:pt x="66" y="19"/>
                      <a:pt x="63" y="19"/>
                    </a:cubicBezTo>
                    <a:cubicBezTo>
                      <a:pt x="46" y="18"/>
                      <a:pt x="38" y="22"/>
                      <a:pt x="31" y="36"/>
                    </a:cubicBezTo>
                    <a:cubicBezTo>
                      <a:pt x="44" y="42"/>
                      <a:pt x="58" y="48"/>
                      <a:pt x="71" y="54"/>
                    </a:cubicBezTo>
                    <a:cubicBezTo>
                      <a:pt x="81" y="59"/>
                      <a:pt x="92" y="63"/>
                      <a:pt x="102" y="68"/>
                    </a:cubicBezTo>
                    <a:cubicBezTo>
                      <a:pt x="109" y="72"/>
                      <a:pt x="114" y="70"/>
                      <a:pt x="118" y="63"/>
                    </a:cubicBezTo>
                    <a:cubicBezTo>
                      <a:pt x="119" y="62"/>
                      <a:pt x="121" y="60"/>
                      <a:pt x="123" y="59"/>
                    </a:cubicBezTo>
                    <a:cubicBezTo>
                      <a:pt x="123" y="60"/>
                      <a:pt x="124" y="60"/>
                      <a:pt x="125" y="61"/>
                    </a:cubicBezTo>
                    <a:cubicBezTo>
                      <a:pt x="117" y="78"/>
                      <a:pt x="109" y="95"/>
                      <a:pt x="101" y="112"/>
                    </a:cubicBezTo>
                    <a:cubicBezTo>
                      <a:pt x="101" y="112"/>
                      <a:pt x="98" y="112"/>
                      <a:pt x="97" y="111"/>
                    </a:cubicBezTo>
                    <a:cubicBezTo>
                      <a:pt x="98" y="108"/>
                      <a:pt x="100" y="105"/>
                      <a:pt x="99" y="103"/>
                    </a:cubicBezTo>
                    <a:cubicBezTo>
                      <a:pt x="99" y="99"/>
                      <a:pt x="97" y="93"/>
                      <a:pt x="94" y="92"/>
                    </a:cubicBezTo>
                    <a:cubicBezTo>
                      <a:pt x="70" y="80"/>
                      <a:pt x="46" y="69"/>
                      <a:pt x="20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" name="Freeform 27"/>
              <p:cNvSpPr/>
              <p:nvPr/>
            </p:nvSpPr>
            <p:spPr bwMode="auto">
              <a:xfrm>
                <a:off x="7308850" y="2306638"/>
                <a:ext cx="269875" cy="209550"/>
              </a:xfrm>
              <a:custGeom>
                <a:avLst/>
                <a:gdLst>
                  <a:gd name="T0" fmla="*/ 91 w 107"/>
                  <a:gd name="T1" fmla="*/ 26 h 83"/>
                  <a:gd name="T2" fmla="*/ 69 w 107"/>
                  <a:gd name="T3" fmla="*/ 11 h 83"/>
                  <a:gd name="T4" fmla="*/ 64 w 107"/>
                  <a:gd name="T5" fmla="*/ 3 h 83"/>
                  <a:gd name="T6" fmla="*/ 73 w 107"/>
                  <a:gd name="T7" fmla="*/ 4 h 83"/>
                  <a:gd name="T8" fmla="*/ 101 w 107"/>
                  <a:gd name="T9" fmla="*/ 24 h 83"/>
                  <a:gd name="T10" fmla="*/ 105 w 107"/>
                  <a:gd name="T11" fmla="*/ 33 h 83"/>
                  <a:gd name="T12" fmla="*/ 97 w 107"/>
                  <a:gd name="T13" fmla="*/ 41 h 83"/>
                  <a:gd name="T14" fmla="*/ 79 w 107"/>
                  <a:gd name="T15" fmla="*/ 34 h 83"/>
                  <a:gd name="T16" fmla="*/ 84 w 107"/>
                  <a:gd name="T17" fmla="*/ 53 h 83"/>
                  <a:gd name="T18" fmla="*/ 94 w 107"/>
                  <a:gd name="T19" fmla="*/ 63 h 83"/>
                  <a:gd name="T20" fmla="*/ 89 w 107"/>
                  <a:gd name="T21" fmla="*/ 79 h 83"/>
                  <a:gd name="T22" fmla="*/ 77 w 107"/>
                  <a:gd name="T23" fmla="*/ 74 h 83"/>
                  <a:gd name="T24" fmla="*/ 72 w 107"/>
                  <a:gd name="T25" fmla="*/ 67 h 83"/>
                  <a:gd name="T26" fmla="*/ 58 w 107"/>
                  <a:gd name="T27" fmla="*/ 62 h 83"/>
                  <a:gd name="T28" fmla="*/ 25 w 107"/>
                  <a:gd name="T29" fmla="*/ 65 h 83"/>
                  <a:gd name="T30" fmla="*/ 12 w 107"/>
                  <a:gd name="T31" fmla="*/ 59 h 83"/>
                  <a:gd name="T32" fmla="*/ 1 w 107"/>
                  <a:gd name="T33" fmla="*/ 22 h 83"/>
                  <a:gd name="T34" fmla="*/ 4 w 107"/>
                  <a:gd name="T35" fmla="*/ 16 h 83"/>
                  <a:gd name="T36" fmla="*/ 11 w 107"/>
                  <a:gd name="T37" fmla="*/ 35 h 83"/>
                  <a:gd name="T38" fmla="*/ 35 w 107"/>
                  <a:gd name="T39" fmla="*/ 50 h 83"/>
                  <a:gd name="T40" fmla="*/ 50 w 107"/>
                  <a:gd name="T41" fmla="*/ 47 h 83"/>
                  <a:gd name="T42" fmla="*/ 51 w 107"/>
                  <a:gd name="T43" fmla="*/ 44 h 83"/>
                  <a:gd name="T44" fmla="*/ 34 w 107"/>
                  <a:gd name="T45" fmla="*/ 30 h 83"/>
                  <a:gd name="T46" fmla="*/ 38 w 107"/>
                  <a:gd name="T47" fmla="*/ 0 h 83"/>
                  <a:gd name="T48" fmla="*/ 64 w 107"/>
                  <a:gd name="T49" fmla="*/ 33 h 83"/>
                  <a:gd name="T50" fmla="*/ 90 w 107"/>
                  <a:gd name="T51" fmla="*/ 28 h 83"/>
                  <a:gd name="T52" fmla="*/ 91 w 107"/>
                  <a:gd name="T53" fmla="*/ 2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07" h="83">
                    <a:moveTo>
                      <a:pt x="91" y="26"/>
                    </a:moveTo>
                    <a:cubicBezTo>
                      <a:pt x="84" y="21"/>
                      <a:pt x="76" y="16"/>
                      <a:pt x="69" y="11"/>
                    </a:cubicBezTo>
                    <a:cubicBezTo>
                      <a:pt x="67" y="9"/>
                      <a:pt x="66" y="6"/>
                      <a:pt x="64" y="3"/>
                    </a:cubicBezTo>
                    <a:cubicBezTo>
                      <a:pt x="67" y="4"/>
                      <a:pt x="71" y="3"/>
                      <a:pt x="73" y="4"/>
                    </a:cubicBezTo>
                    <a:cubicBezTo>
                      <a:pt x="83" y="10"/>
                      <a:pt x="92" y="17"/>
                      <a:pt x="101" y="24"/>
                    </a:cubicBezTo>
                    <a:cubicBezTo>
                      <a:pt x="103" y="26"/>
                      <a:pt x="105" y="30"/>
                      <a:pt x="105" y="33"/>
                    </a:cubicBezTo>
                    <a:cubicBezTo>
                      <a:pt x="107" y="39"/>
                      <a:pt x="103" y="43"/>
                      <a:pt x="97" y="41"/>
                    </a:cubicBezTo>
                    <a:cubicBezTo>
                      <a:pt x="91" y="39"/>
                      <a:pt x="85" y="37"/>
                      <a:pt x="79" y="34"/>
                    </a:cubicBezTo>
                    <a:cubicBezTo>
                      <a:pt x="75" y="43"/>
                      <a:pt x="79" y="48"/>
                      <a:pt x="84" y="53"/>
                    </a:cubicBezTo>
                    <a:cubicBezTo>
                      <a:pt x="88" y="56"/>
                      <a:pt x="92" y="59"/>
                      <a:pt x="94" y="63"/>
                    </a:cubicBezTo>
                    <a:cubicBezTo>
                      <a:pt x="97" y="69"/>
                      <a:pt x="94" y="75"/>
                      <a:pt x="89" y="79"/>
                    </a:cubicBezTo>
                    <a:cubicBezTo>
                      <a:pt x="83" y="83"/>
                      <a:pt x="80" y="77"/>
                      <a:pt x="77" y="74"/>
                    </a:cubicBezTo>
                    <a:cubicBezTo>
                      <a:pt x="76" y="72"/>
                      <a:pt x="74" y="69"/>
                      <a:pt x="72" y="67"/>
                    </a:cubicBezTo>
                    <a:cubicBezTo>
                      <a:pt x="69" y="61"/>
                      <a:pt x="64" y="61"/>
                      <a:pt x="58" y="62"/>
                    </a:cubicBezTo>
                    <a:cubicBezTo>
                      <a:pt x="47" y="64"/>
                      <a:pt x="36" y="65"/>
                      <a:pt x="25" y="65"/>
                    </a:cubicBezTo>
                    <a:cubicBezTo>
                      <a:pt x="21" y="65"/>
                      <a:pt x="15" y="63"/>
                      <a:pt x="12" y="59"/>
                    </a:cubicBezTo>
                    <a:cubicBezTo>
                      <a:pt x="3" y="49"/>
                      <a:pt x="1" y="36"/>
                      <a:pt x="1" y="22"/>
                    </a:cubicBezTo>
                    <a:cubicBezTo>
                      <a:pt x="0" y="21"/>
                      <a:pt x="2" y="20"/>
                      <a:pt x="4" y="16"/>
                    </a:cubicBezTo>
                    <a:cubicBezTo>
                      <a:pt x="7" y="24"/>
                      <a:pt x="9" y="29"/>
                      <a:pt x="11" y="35"/>
                    </a:cubicBezTo>
                    <a:cubicBezTo>
                      <a:pt x="16" y="49"/>
                      <a:pt x="19" y="52"/>
                      <a:pt x="35" y="50"/>
                    </a:cubicBezTo>
                    <a:cubicBezTo>
                      <a:pt x="40" y="50"/>
                      <a:pt x="45" y="48"/>
                      <a:pt x="50" y="47"/>
                    </a:cubicBezTo>
                    <a:cubicBezTo>
                      <a:pt x="50" y="46"/>
                      <a:pt x="50" y="45"/>
                      <a:pt x="51" y="44"/>
                    </a:cubicBezTo>
                    <a:cubicBezTo>
                      <a:pt x="45" y="40"/>
                      <a:pt x="39" y="35"/>
                      <a:pt x="34" y="30"/>
                    </a:cubicBezTo>
                    <a:cubicBezTo>
                      <a:pt x="24" y="20"/>
                      <a:pt x="25" y="8"/>
                      <a:pt x="38" y="0"/>
                    </a:cubicBezTo>
                    <a:cubicBezTo>
                      <a:pt x="44" y="13"/>
                      <a:pt x="50" y="25"/>
                      <a:pt x="64" y="33"/>
                    </a:cubicBezTo>
                    <a:cubicBezTo>
                      <a:pt x="69" y="13"/>
                      <a:pt x="81" y="29"/>
                      <a:pt x="90" y="28"/>
                    </a:cubicBezTo>
                    <a:cubicBezTo>
                      <a:pt x="90" y="27"/>
                      <a:pt x="91" y="27"/>
                      <a:pt x="91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28"/>
              <p:cNvSpPr/>
              <p:nvPr/>
            </p:nvSpPr>
            <p:spPr bwMode="auto">
              <a:xfrm>
                <a:off x="3978275" y="4043363"/>
                <a:ext cx="325438" cy="315913"/>
              </a:xfrm>
              <a:custGeom>
                <a:avLst/>
                <a:gdLst>
                  <a:gd name="T0" fmla="*/ 111 w 129"/>
                  <a:gd name="T1" fmla="*/ 60 h 125"/>
                  <a:gd name="T2" fmla="*/ 129 w 129"/>
                  <a:gd name="T3" fmla="*/ 92 h 125"/>
                  <a:gd name="T4" fmla="*/ 127 w 129"/>
                  <a:gd name="T5" fmla="*/ 93 h 125"/>
                  <a:gd name="T6" fmla="*/ 122 w 129"/>
                  <a:gd name="T7" fmla="*/ 91 h 125"/>
                  <a:gd name="T8" fmla="*/ 104 w 129"/>
                  <a:gd name="T9" fmla="*/ 90 h 125"/>
                  <a:gd name="T10" fmla="*/ 63 w 129"/>
                  <a:gd name="T11" fmla="*/ 114 h 125"/>
                  <a:gd name="T12" fmla="*/ 17 w 129"/>
                  <a:gd name="T13" fmla="*/ 104 h 125"/>
                  <a:gd name="T14" fmla="*/ 11 w 129"/>
                  <a:gd name="T15" fmla="*/ 92 h 125"/>
                  <a:gd name="T16" fmla="*/ 25 w 129"/>
                  <a:gd name="T17" fmla="*/ 46 h 125"/>
                  <a:gd name="T18" fmla="*/ 68 w 129"/>
                  <a:gd name="T19" fmla="*/ 22 h 125"/>
                  <a:gd name="T20" fmla="*/ 74 w 129"/>
                  <a:gd name="T21" fmla="*/ 6 h 125"/>
                  <a:gd name="T22" fmla="*/ 74 w 129"/>
                  <a:gd name="T23" fmla="*/ 1 h 125"/>
                  <a:gd name="T24" fmla="*/ 77 w 129"/>
                  <a:gd name="T25" fmla="*/ 0 h 125"/>
                  <a:gd name="T26" fmla="*/ 103 w 129"/>
                  <a:gd name="T27" fmla="*/ 47 h 125"/>
                  <a:gd name="T28" fmla="*/ 97 w 129"/>
                  <a:gd name="T29" fmla="*/ 46 h 125"/>
                  <a:gd name="T30" fmla="*/ 76 w 129"/>
                  <a:gd name="T31" fmla="*/ 43 h 125"/>
                  <a:gd name="T32" fmla="*/ 31 w 129"/>
                  <a:gd name="T33" fmla="*/ 69 h 125"/>
                  <a:gd name="T34" fmla="*/ 21 w 129"/>
                  <a:gd name="T35" fmla="*/ 100 h 125"/>
                  <a:gd name="T36" fmla="*/ 53 w 129"/>
                  <a:gd name="T37" fmla="*/ 111 h 125"/>
                  <a:gd name="T38" fmla="*/ 104 w 129"/>
                  <a:gd name="T39" fmla="*/ 82 h 125"/>
                  <a:gd name="T40" fmla="*/ 108 w 129"/>
                  <a:gd name="T41" fmla="*/ 68 h 125"/>
                  <a:gd name="T42" fmla="*/ 108 w 129"/>
                  <a:gd name="T43" fmla="*/ 61 h 125"/>
                  <a:gd name="T44" fmla="*/ 111 w 129"/>
                  <a:gd name="T45" fmla="*/ 6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9" h="125">
                    <a:moveTo>
                      <a:pt x="111" y="60"/>
                    </a:moveTo>
                    <a:cubicBezTo>
                      <a:pt x="117" y="70"/>
                      <a:pt x="123" y="81"/>
                      <a:pt x="129" y="92"/>
                    </a:cubicBezTo>
                    <a:cubicBezTo>
                      <a:pt x="128" y="92"/>
                      <a:pt x="128" y="93"/>
                      <a:pt x="127" y="93"/>
                    </a:cubicBezTo>
                    <a:cubicBezTo>
                      <a:pt x="126" y="93"/>
                      <a:pt x="123" y="93"/>
                      <a:pt x="122" y="91"/>
                    </a:cubicBezTo>
                    <a:cubicBezTo>
                      <a:pt x="116" y="85"/>
                      <a:pt x="111" y="86"/>
                      <a:pt x="104" y="90"/>
                    </a:cubicBezTo>
                    <a:cubicBezTo>
                      <a:pt x="90" y="98"/>
                      <a:pt x="77" y="106"/>
                      <a:pt x="63" y="114"/>
                    </a:cubicBezTo>
                    <a:cubicBezTo>
                      <a:pt x="44" y="125"/>
                      <a:pt x="30" y="122"/>
                      <a:pt x="17" y="104"/>
                    </a:cubicBezTo>
                    <a:cubicBezTo>
                      <a:pt x="15" y="100"/>
                      <a:pt x="12" y="96"/>
                      <a:pt x="11" y="92"/>
                    </a:cubicBezTo>
                    <a:cubicBezTo>
                      <a:pt x="0" y="70"/>
                      <a:pt x="4" y="58"/>
                      <a:pt x="25" y="46"/>
                    </a:cubicBezTo>
                    <a:cubicBezTo>
                      <a:pt x="39" y="38"/>
                      <a:pt x="54" y="30"/>
                      <a:pt x="68" y="22"/>
                    </a:cubicBezTo>
                    <a:cubicBezTo>
                      <a:pt x="75" y="18"/>
                      <a:pt x="78" y="14"/>
                      <a:pt x="74" y="6"/>
                    </a:cubicBezTo>
                    <a:cubicBezTo>
                      <a:pt x="73" y="5"/>
                      <a:pt x="74" y="3"/>
                      <a:pt x="74" y="1"/>
                    </a:cubicBezTo>
                    <a:cubicBezTo>
                      <a:pt x="75" y="1"/>
                      <a:pt x="76" y="1"/>
                      <a:pt x="77" y="0"/>
                    </a:cubicBezTo>
                    <a:cubicBezTo>
                      <a:pt x="85" y="15"/>
                      <a:pt x="94" y="30"/>
                      <a:pt x="103" y="47"/>
                    </a:cubicBezTo>
                    <a:cubicBezTo>
                      <a:pt x="99" y="46"/>
                      <a:pt x="97" y="47"/>
                      <a:pt x="97" y="46"/>
                    </a:cubicBezTo>
                    <a:cubicBezTo>
                      <a:pt x="91" y="36"/>
                      <a:pt x="84" y="38"/>
                      <a:pt x="76" y="43"/>
                    </a:cubicBezTo>
                    <a:cubicBezTo>
                      <a:pt x="61" y="52"/>
                      <a:pt x="46" y="60"/>
                      <a:pt x="31" y="69"/>
                    </a:cubicBezTo>
                    <a:cubicBezTo>
                      <a:pt x="17" y="77"/>
                      <a:pt x="14" y="87"/>
                      <a:pt x="21" y="100"/>
                    </a:cubicBezTo>
                    <a:cubicBezTo>
                      <a:pt x="28" y="114"/>
                      <a:pt x="40" y="118"/>
                      <a:pt x="53" y="111"/>
                    </a:cubicBezTo>
                    <a:cubicBezTo>
                      <a:pt x="71" y="102"/>
                      <a:pt x="87" y="92"/>
                      <a:pt x="104" y="82"/>
                    </a:cubicBezTo>
                    <a:cubicBezTo>
                      <a:pt x="110" y="79"/>
                      <a:pt x="109" y="74"/>
                      <a:pt x="108" y="68"/>
                    </a:cubicBezTo>
                    <a:cubicBezTo>
                      <a:pt x="108" y="66"/>
                      <a:pt x="108" y="63"/>
                      <a:pt x="108" y="61"/>
                    </a:cubicBezTo>
                    <a:cubicBezTo>
                      <a:pt x="109" y="60"/>
                      <a:pt x="110" y="60"/>
                      <a:pt x="111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4" name="Freeform 29"/>
              <p:cNvSpPr/>
              <p:nvPr/>
            </p:nvSpPr>
            <p:spPr bwMode="auto">
              <a:xfrm>
                <a:off x="7570788" y="3622675"/>
                <a:ext cx="304800" cy="268288"/>
              </a:xfrm>
              <a:custGeom>
                <a:avLst/>
                <a:gdLst>
                  <a:gd name="T0" fmla="*/ 120 w 120"/>
                  <a:gd name="T1" fmla="*/ 53 h 106"/>
                  <a:gd name="T2" fmla="*/ 104 w 120"/>
                  <a:gd name="T3" fmla="*/ 106 h 106"/>
                  <a:gd name="T4" fmla="*/ 101 w 120"/>
                  <a:gd name="T5" fmla="*/ 106 h 106"/>
                  <a:gd name="T6" fmla="*/ 100 w 120"/>
                  <a:gd name="T7" fmla="*/ 101 h 106"/>
                  <a:gd name="T8" fmla="*/ 90 w 120"/>
                  <a:gd name="T9" fmla="*/ 84 h 106"/>
                  <a:gd name="T10" fmla="*/ 30 w 120"/>
                  <a:gd name="T11" fmla="*/ 85 h 106"/>
                  <a:gd name="T12" fmla="*/ 0 w 120"/>
                  <a:gd name="T13" fmla="*/ 94 h 106"/>
                  <a:gd name="T14" fmla="*/ 14 w 120"/>
                  <a:gd name="T15" fmla="*/ 49 h 106"/>
                  <a:gd name="T16" fmla="*/ 17 w 120"/>
                  <a:gd name="T17" fmla="*/ 49 h 106"/>
                  <a:gd name="T18" fmla="*/ 18 w 120"/>
                  <a:gd name="T19" fmla="*/ 55 h 106"/>
                  <a:gd name="T20" fmla="*/ 25 w 120"/>
                  <a:gd name="T21" fmla="*/ 62 h 106"/>
                  <a:gd name="T22" fmla="*/ 64 w 120"/>
                  <a:gd name="T23" fmla="*/ 56 h 106"/>
                  <a:gd name="T24" fmla="*/ 38 w 120"/>
                  <a:gd name="T25" fmla="*/ 31 h 106"/>
                  <a:gd name="T26" fmla="*/ 24 w 120"/>
                  <a:gd name="T27" fmla="*/ 34 h 106"/>
                  <a:gd name="T28" fmla="*/ 20 w 120"/>
                  <a:gd name="T29" fmla="*/ 38 h 106"/>
                  <a:gd name="T30" fmla="*/ 29 w 120"/>
                  <a:gd name="T31" fmla="*/ 0 h 106"/>
                  <a:gd name="T32" fmla="*/ 33 w 120"/>
                  <a:gd name="T33" fmla="*/ 5 h 106"/>
                  <a:gd name="T34" fmla="*/ 42 w 120"/>
                  <a:gd name="T35" fmla="*/ 25 h 106"/>
                  <a:gd name="T36" fmla="*/ 58 w 120"/>
                  <a:gd name="T37" fmla="*/ 40 h 106"/>
                  <a:gd name="T38" fmla="*/ 98 w 120"/>
                  <a:gd name="T39" fmla="*/ 63 h 106"/>
                  <a:gd name="T40" fmla="*/ 114 w 120"/>
                  <a:gd name="T41" fmla="*/ 56 h 106"/>
                  <a:gd name="T42" fmla="*/ 118 w 120"/>
                  <a:gd name="T43" fmla="*/ 51 h 106"/>
                  <a:gd name="T44" fmla="*/ 120 w 120"/>
                  <a:gd name="T45" fmla="*/ 5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20" h="106">
                    <a:moveTo>
                      <a:pt x="120" y="53"/>
                    </a:moveTo>
                    <a:cubicBezTo>
                      <a:pt x="115" y="71"/>
                      <a:pt x="109" y="88"/>
                      <a:pt x="104" y="106"/>
                    </a:cubicBezTo>
                    <a:cubicBezTo>
                      <a:pt x="103" y="106"/>
                      <a:pt x="102" y="106"/>
                      <a:pt x="101" y="106"/>
                    </a:cubicBezTo>
                    <a:cubicBezTo>
                      <a:pt x="101" y="104"/>
                      <a:pt x="100" y="102"/>
                      <a:pt x="100" y="101"/>
                    </a:cubicBezTo>
                    <a:cubicBezTo>
                      <a:pt x="102" y="89"/>
                      <a:pt x="100" y="89"/>
                      <a:pt x="90" y="84"/>
                    </a:cubicBezTo>
                    <a:cubicBezTo>
                      <a:pt x="70" y="75"/>
                      <a:pt x="50" y="81"/>
                      <a:pt x="30" y="85"/>
                    </a:cubicBezTo>
                    <a:cubicBezTo>
                      <a:pt x="20" y="86"/>
                      <a:pt x="11" y="91"/>
                      <a:pt x="0" y="94"/>
                    </a:cubicBezTo>
                    <a:cubicBezTo>
                      <a:pt x="5" y="80"/>
                      <a:pt x="9" y="64"/>
                      <a:pt x="14" y="49"/>
                    </a:cubicBezTo>
                    <a:cubicBezTo>
                      <a:pt x="15" y="49"/>
                      <a:pt x="16" y="49"/>
                      <a:pt x="17" y="49"/>
                    </a:cubicBezTo>
                    <a:cubicBezTo>
                      <a:pt x="17" y="51"/>
                      <a:pt x="18" y="53"/>
                      <a:pt x="18" y="55"/>
                    </a:cubicBezTo>
                    <a:cubicBezTo>
                      <a:pt x="17" y="61"/>
                      <a:pt x="20" y="63"/>
                      <a:pt x="25" y="62"/>
                    </a:cubicBezTo>
                    <a:cubicBezTo>
                      <a:pt x="37" y="60"/>
                      <a:pt x="49" y="58"/>
                      <a:pt x="64" y="56"/>
                    </a:cubicBezTo>
                    <a:cubicBezTo>
                      <a:pt x="54" y="47"/>
                      <a:pt x="46" y="39"/>
                      <a:pt x="38" y="31"/>
                    </a:cubicBezTo>
                    <a:cubicBezTo>
                      <a:pt x="32" y="26"/>
                      <a:pt x="27" y="28"/>
                      <a:pt x="24" y="34"/>
                    </a:cubicBezTo>
                    <a:cubicBezTo>
                      <a:pt x="23" y="36"/>
                      <a:pt x="22" y="37"/>
                      <a:pt x="20" y="38"/>
                    </a:cubicBezTo>
                    <a:cubicBezTo>
                      <a:pt x="20" y="25"/>
                      <a:pt x="25" y="14"/>
                      <a:pt x="29" y="0"/>
                    </a:cubicBezTo>
                    <a:cubicBezTo>
                      <a:pt x="31" y="3"/>
                      <a:pt x="33" y="4"/>
                      <a:pt x="33" y="5"/>
                    </a:cubicBezTo>
                    <a:cubicBezTo>
                      <a:pt x="31" y="14"/>
                      <a:pt x="36" y="20"/>
                      <a:pt x="42" y="25"/>
                    </a:cubicBezTo>
                    <a:cubicBezTo>
                      <a:pt x="47" y="30"/>
                      <a:pt x="53" y="34"/>
                      <a:pt x="58" y="40"/>
                    </a:cubicBezTo>
                    <a:cubicBezTo>
                      <a:pt x="68" y="52"/>
                      <a:pt x="82" y="59"/>
                      <a:pt x="98" y="63"/>
                    </a:cubicBezTo>
                    <a:cubicBezTo>
                      <a:pt x="106" y="65"/>
                      <a:pt x="110" y="63"/>
                      <a:pt x="114" y="56"/>
                    </a:cubicBezTo>
                    <a:cubicBezTo>
                      <a:pt x="114" y="54"/>
                      <a:pt x="116" y="53"/>
                      <a:pt x="118" y="51"/>
                    </a:cubicBezTo>
                    <a:cubicBezTo>
                      <a:pt x="118" y="52"/>
                      <a:pt x="119" y="52"/>
                      <a:pt x="120" y="5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5" name="Freeform 30"/>
              <p:cNvSpPr/>
              <p:nvPr/>
            </p:nvSpPr>
            <p:spPr bwMode="auto">
              <a:xfrm>
                <a:off x="5970588" y="5003800"/>
                <a:ext cx="263525" cy="280988"/>
              </a:xfrm>
              <a:custGeom>
                <a:avLst/>
                <a:gdLst>
                  <a:gd name="T0" fmla="*/ 104 w 104"/>
                  <a:gd name="T1" fmla="*/ 0 h 111"/>
                  <a:gd name="T2" fmla="*/ 104 w 104"/>
                  <a:gd name="T3" fmla="*/ 4 h 111"/>
                  <a:gd name="T4" fmla="*/ 94 w 104"/>
                  <a:gd name="T5" fmla="*/ 31 h 111"/>
                  <a:gd name="T6" fmla="*/ 100 w 104"/>
                  <a:gd name="T7" fmla="*/ 70 h 111"/>
                  <a:gd name="T8" fmla="*/ 73 w 104"/>
                  <a:gd name="T9" fmla="*/ 108 h 111"/>
                  <a:gd name="T10" fmla="*/ 57 w 104"/>
                  <a:gd name="T11" fmla="*/ 110 h 111"/>
                  <a:gd name="T12" fmla="*/ 24 w 104"/>
                  <a:gd name="T13" fmla="*/ 81 h 111"/>
                  <a:gd name="T14" fmla="*/ 16 w 104"/>
                  <a:gd name="T15" fmla="*/ 30 h 111"/>
                  <a:gd name="T16" fmla="*/ 6 w 104"/>
                  <a:gd name="T17" fmla="*/ 20 h 111"/>
                  <a:gd name="T18" fmla="*/ 0 w 104"/>
                  <a:gd name="T19" fmla="*/ 17 h 111"/>
                  <a:gd name="T20" fmla="*/ 51 w 104"/>
                  <a:gd name="T21" fmla="*/ 8 h 111"/>
                  <a:gd name="T22" fmla="*/ 52 w 104"/>
                  <a:gd name="T23" fmla="*/ 11 h 111"/>
                  <a:gd name="T24" fmla="*/ 46 w 104"/>
                  <a:gd name="T25" fmla="*/ 14 h 111"/>
                  <a:gd name="T26" fmla="*/ 39 w 104"/>
                  <a:gd name="T27" fmla="*/ 27 h 111"/>
                  <a:gd name="T28" fmla="*/ 47 w 104"/>
                  <a:gd name="T29" fmla="*/ 82 h 111"/>
                  <a:gd name="T30" fmla="*/ 71 w 104"/>
                  <a:gd name="T31" fmla="*/ 104 h 111"/>
                  <a:gd name="T32" fmla="*/ 94 w 104"/>
                  <a:gd name="T33" fmla="*/ 78 h 111"/>
                  <a:gd name="T34" fmla="*/ 86 w 104"/>
                  <a:gd name="T35" fmla="*/ 19 h 111"/>
                  <a:gd name="T36" fmla="*/ 76 w 104"/>
                  <a:gd name="T37" fmla="*/ 11 h 111"/>
                  <a:gd name="T38" fmla="*/ 67 w 104"/>
                  <a:gd name="T39" fmla="*/ 9 h 111"/>
                  <a:gd name="T40" fmla="*/ 67 w 104"/>
                  <a:gd name="T41" fmla="*/ 6 h 111"/>
                  <a:gd name="T42" fmla="*/ 104 w 104"/>
                  <a:gd name="T43" fmla="*/ 0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04" h="111">
                    <a:moveTo>
                      <a:pt x="104" y="0"/>
                    </a:moveTo>
                    <a:cubicBezTo>
                      <a:pt x="104" y="3"/>
                      <a:pt x="104" y="4"/>
                      <a:pt x="104" y="4"/>
                    </a:cubicBezTo>
                    <a:cubicBezTo>
                      <a:pt x="91" y="9"/>
                      <a:pt x="92" y="19"/>
                      <a:pt x="94" y="31"/>
                    </a:cubicBezTo>
                    <a:cubicBezTo>
                      <a:pt x="97" y="43"/>
                      <a:pt x="98" y="57"/>
                      <a:pt x="100" y="70"/>
                    </a:cubicBezTo>
                    <a:cubicBezTo>
                      <a:pt x="103" y="91"/>
                      <a:pt x="95" y="104"/>
                      <a:pt x="73" y="108"/>
                    </a:cubicBezTo>
                    <a:cubicBezTo>
                      <a:pt x="68" y="110"/>
                      <a:pt x="63" y="110"/>
                      <a:pt x="57" y="110"/>
                    </a:cubicBezTo>
                    <a:cubicBezTo>
                      <a:pt x="35" y="111"/>
                      <a:pt x="26" y="103"/>
                      <a:pt x="24" y="81"/>
                    </a:cubicBezTo>
                    <a:cubicBezTo>
                      <a:pt x="21" y="64"/>
                      <a:pt x="19" y="47"/>
                      <a:pt x="16" y="30"/>
                    </a:cubicBezTo>
                    <a:cubicBezTo>
                      <a:pt x="16" y="23"/>
                      <a:pt x="13" y="20"/>
                      <a:pt x="6" y="20"/>
                    </a:cubicBezTo>
                    <a:cubicBezTo>
                      <a:pt x="4" y="20"/>
                      <a:pt x="2" y="19"/>
                      <a:pt x="0" y="17"/>
                    </a:cubicBezTo>
                    <a:cubicBezTo>
                      <a:pt x="17" y="12"/>
                      <a:pt x="34" y="10"/>
                      <a:pt x="51" y="8"/>
                    </a:cubicBezTo>
                    <a:cubicBezTo>
                      <a:pt x="52" y="9"/>
                      <a:pt x="52" y="10"/>
                      <a:pt x="52" y="11"/>
                    </a:cubicBezTo>
                    <a:cubicBezTo>
                      <a:pt x="50" y="12"/>
                      <a:pt x="48" y="13"/>
                      <a:pt x="46" y="14"/>
                    </a:cubicBezTo>
                    <a:cubicBezTo>
                      <a:pt x="40" y="16"/>
                      <a:pt x="37" y="20"/>
                      <a:pt x="39" y="27"/>
                    </a:cubicBezTo>
                    <a:cubicBezTo>
                      <a:pt x="42" y="45"/>
                      <a:pt x="44" y="63"/>
                      <a:pt x="47" y="82"/>
                    </a:cubicBezTo>
                    <a:cubicBezTo>
                      <a:pt x="49" y="97"/>
                      <a:pt x="57" y="105"/>
                      <a:pt x="71" y="104"/>
                    </a:cubicBezTo>
                    <a:cubicBezTo>
                      <a:pt x="87" y="103"/>
                      <a:pt x="95" y="93"/>
                      <a:pt x="94" y="78"/>
                    </a:cubicBezTo>
                    <a:cubicBezTo>
                      <a:pt x="92" y="58"/>
                      <a:pt x="89" y="39"/>
                      <a:pt x="86" y="19"/>
                    </a:cubicBezTo>
                    <a:cubicBezTo>
                      <a:pt x="85" y="16"/>
                      <a:pt x="79" y="13"/>
                      <a:pt x="76" y="11"/>
                    </a:cubicBezTo>
                    <a:cubicBezTo>
                      <a:pt x="73" y="10"/>
                      <a:pt x="70" y="10"/>
                      <a:pt x="67" y="9"/>
                    </a:cubicBezTo>
                    <a:cubicBezTo>
                      <a:pt x="67" y="8"/>
                      <a:pt x="67" y="7"/>
                      <a:pt x="67" y="6"/>
                    </a:cubicBezTo>
                    <a:cubicBezTo>
                      <a:pt x="79" y="4"/>
                      <a:pt x="91" y="2"/>
                      <a:pt x="104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6" name="Freeform 31"/>
              <p:cNvSpPr/>
              <p:nvPr/>
            </p:nvSpPr>
            <p:spPr bwMode="auto">
              <a:xfrm>
                <a:off x="6643688" y="4741863"/>
                <a:ext cx="242888" cy="300038"/>
              </a:xfrm>
              <a:custGeom>
                <a:avLst/>
                <a:gdLst>
                  <a:gd name="T0" fmla="*/ 88 w 96"/>
                  <a:gd name="T1" fmla="*/ 119 h 119"/>
                  <a:gd name="T2" fmla="*/ 24 w 96"/>
                  <a:gd name="T3" fmla="*/ 60 h 119"/>
                  <a:gd name="T4" fmla="*/ 3 w 96"/>
                  <a:gd name="T5" fmla="*/ 51 h 119"/>
                  <a:gd name="T6" fmla="*/ 0 w 96"/>
                  <a:gd name="T7" fmla="*/ 48 h 119"/>
                  <a:gd name="T8" fmla="*/ 42 w 96"/>
                  <a:gd name="T9" fmla="*/ 24 h 119"/>
                  <a:gd name="T10" fmla="*/ 44 w 96"/>
                  <a:gd name="T11" fmla="*/ 26 h 119"/>
                  <a:gd name="T12" fmla="*/ 40 w 96"/>
                  <a:gd name="T13" fmla="*/ 32 h 119"/>
                  <a:gd name="T14" fmla="*/ 38 w 96"/>
                  <a:gd name="T15" fmla="*/ 41 h 119"/>
                  <a:gd name="T16" fmla="*/ 85 w 96"/>
                  <a:gd name="T17" fmla="*/ 84 h 119"/>
                  <a:gd name="T18" fmla="*/ 76 w 96"/>
                  <a:gd name="T19" fmla="*/ 27 h 119"/>
                  <a:gd name="T20" fmla="*/ 63 w 96"/>
                  <a:gd name="T21" fmla="*/ 18 h 119"/>
                  <a:gd name="T22" fmla="*/ 57 w 96"/>
                  <a:gd name="T23" fmla="*/ 18 h 119"/>
                  <a:gd name="T24" fmla="*/ 57 w 96"/>
                  <a:gd name="T25" fmla="*/ 16 h 119"/>
                  <a:gd name="T26" fmla="*/ 86 w 96"/>
                  <a:gd name="T27" fmla="*/ 0 h 119"/>
                  <a:gd name="T28" fmla="*/ 87 w 96"/>
                  <a:gd name="T29" fmla="*/ 2 h 119"/>
                  <a:gd name="T30" fmla="*/ 88 w 96"/>
                  <a:gd name="T31" fmla="*/ 59 h 119"/>
                  <a:gd name="T32" fmla="*/ 95 w 96"/>
                  <a:gd name="T33" fmla="*/ 106 h 119"/>
                  <a:gd name="T34" fmla="*/ 88 w 96"/>
                  <a:gd name="T35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6" h="119">
                    <a:moveTo>
                      <a:pt x="88" y="119"/>
                    </a:moveTo>
                    <a:cubicBezTo>
                      <a:pt x="65" y="98"/>
                      <a:pt x="44" y="79"/>
                      <a:pt x="24" y="60"/>
                    </a:cubicBezTo>
                    <a:cubicBezTo>
                      <a:pt x="18" y="55"/>
                      <a:pt x="13" y="47"/>
                      <a:pt x="3" y="51"/>
                    </a:cubicBezTo>
                    <a:cubicBezTo>
                      <a:pt x="2" y="52"/>
                      <a:pt x="1" y="50"/>
                      <a:pt x="0" y="48"/>
                    </a:cubicBezTo>
                    <a:cubicBezTo>
                      <a:pt x="14" y="40"/>
                      <a:pt x="28" y="32"/>
                      <a:pt x="42" y="24"/>
                    </a:cubicBezTo>
                    <a:cubicBezTo>
                      <a:pt x="43" y="25"/>
                      <a:pt x="44" y="25"/>
                      <a:pt x="44" y="26"/>
                    </a:cubicBezTo>
                    <a:cubicBezTo>
                      <a:pt x="43" y="28"/>
                      <a:pt x="41" y="29"/>
                      <a:pt x="40" y="32"/>
                    </a:cubicBezTo>
                    <a:cubicBezTo>
                      <a:pt x="39" y="35"/>
                      <a:pt x="36" y="40"/>
                      <a:pt x="38" y="41"/>
                    </a:cubicBezTo>
                    <a:cubicBezTo>
                      <a:pt x="53" y="56"/>
                      <a:pt x="68" y="70"/>
                      <a:pt x="85" y="84"/>
                    </a:cubicBezTo>
                    <a:cubicBezTo>
                      <a:pt x="82" y="65"/>
                      <a:pt x="79" y="46"/>
                      <a:pt x="76" y="27"/>
                    </a:cubicBezTo>
                    <a:cubicBezTo>
                      <a:pt x="75" y="19"/>
                      <a:pt x="70" y="17"/>
                      <a:pt x="63" y="18"/>
                    </a:cubicBezTo>
                    <a:cubicBezTo>
                      <a:pt x="61" y="19"/>
                      <a:pt x="59" y="18"/>
                      <a:pt x="57" y="18"/>
                    </a:cubicBezTo>
                    <a:cubicBezTo>
                      <a:pt x="57" y="17"/>
                      <a:pt x="57" y="16"/>
                      <a:pt x="57" y="16"/>
                    </a:cubicBezTo>
                    <a:cubicBezTo>
                      <a:pt x="66" y="10"/>
                      <a:pt x="76" y="5"/>
                      <a:pt x="86" y="0"/>
                    </a:cubicBezTo>
                    <a:cubicBezTo>
                      <a:pt x="86" y="0"/>
                      <a:pt x="87" y="1"/>
                      <a:pt x="87" y="2"/>
                    </a:cubicBezTo>
                    <a:cubicBezTo>
                      <a:pt x="74" y="21"/>
                      <a:pt x="87" y="40"/>
                      <a:pt x="88" y="59"/>
                    </a:cubicBezTo>
                    <a:cubicBezTo>
                      <a:pt x="89" y="75"/>
                      <a:pt x="94" y="90"/>
                      <a:pt x="95" y="106"/>
                    </a:cubicBezTo>
                    <a:cubicBezTo>
                      <a:pt x="96" y="110"/>
                      <a:pt x="91" y="114"/>
                      <a:pt x="88" y="1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7" name="Freeform 32"/>
              <p:cNvSpPr/>
              <p:nvPr/>
            </p:nvSpPr>
            <p:spPr bwMode="auto">
              <a:xfrm>
                <a:off x="6508750" y="4870450"/>
                <a:ext cx="230188" cy="288925"/>
              </a:xfrm>
              <a:custGeom>
                <a:avLst/>
                <a:gdLst>
                  <a:gd name="T0" fmla="*/ 0 w 91"/>
                  <a:gd name="T1" fmla="*/ 23 h 114"/>
                  <a:gd name="T2" fmla="*/ 5 w 91"/>
                  <a:gd name="T3" fmla="*/ 19 h 114"/>
                  <a:gd name="T4" fmla="*/ 46 w 91"/>
                  <a:gd name="T5" fmla="*/ 1 h 114"/>
                  <a:gd name="T6" fmla="*/ 52 w 91"/>
                  <a:gd name="T7" fmla="*/ 3 h 114"/>
                  <a:gd name="T8" fmla="*/ 46 w 91"/>
                  <a:gd name="T9" fmla="*/ 7 h 114"/>
                  <a:gd name="T10" fmla="*/ 43 w 91"/>
                  <a:gd name="T11" fmla="*/ 18 h 114"/>
                  <a:gd name="T12" fmla="*/ 71 w 91"/>
                  <a:gd name="T13" fmla="*/ 84 h 114"/>
                  <a:gd name="T14" fmla="*/ 83 w 91"/>
                  <a:gd name="T15" fmla="*/ 90 h 114"/>
                  <a:gd name="T16" fmla="*/ 90 w 91"/>
                  <a:gd name="T17" fmla="*/ 90 h 114"/>
                  <a:gd name="T18" fmla="*/ 91 w 91"/>
                  <a:gd name="T19" fmla="*/ 93 h 114"/>
                  <a:gd name="T20" fmla="*/ 42 w 91"/>
                  <a:gd name="T21" fmla="*/ 114 h 114"/>
                  <a:gd name="T22" fmla="*/ 40 w 91"/>
                  <a:gd name="T23" fmla="*/ 112 h 114"/>
                  <a:gd name="T24" fmla="*/ 43 w 91"/>
                  <a:gd name="T25" fmla="*/ 108 h 114"/>
                  <a:gd name="T26" fmla="*/ 48 w 91"/>
                  <a:gd name="T27" fmla="*/ 91 h 114"/>
                  <a:gd name="T28" fmla="*/ 22 w 91"/>
                  <a:gd name="T29" fmla="*/ 32 h 114"/>
                  <a:gd name="T30" fmla="*/ 6 w 91"/>
                  <a:gd name="T31" fmla="*/ 23 h 114"/>
                  <a:gd name="T32" fmla="*/ 0 w 91"/>
                  <a:gd name="T33" fmla="*/ 23 h 114"/>
                  <a:gd name="T34" fmla="*/ 0 w 91"/>
                  <a:gd name="T35" fmla="*/ 23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114">
                    <a:moveTo>
                      <a:pt x="0" y="23"/>
                    </a:moveTo>
                    <a:cubicBezTo>
                      <a:pt x="2" y="21"/>
                      <a:pt x="3" y="19"/>
                      <a:pt x="5" y="19"/>
                    </a:cubicBezTo>
                    <a:cubicBezTo>
                      <a:pt x="18" y="13"/>
                      <a:pt x="32" y="7"/>
                      <a:pt x="46" y="1"/>
                    </a:cubicBezTo>
                    <a:cubicBezTo>
                      <a:pt x="47" y="0"/>
                      <a:pt x="49" y="1"/>
                      <a:pt x="52" y="3"/>
                    </a:cubicBezTo>
                    <a:cubicBezTo>
                      <a:pt x="50" y="4"/>
                      <a:pt x="47" y="5"/>
                      <a:pt x="46" y="7"/>
                    </a:cubicBezTo>
                    <a:cubicBezTo>
                      <a:pt x="44" y="11"/>
                      <a:pt x="42" y="15"/>
                      <a:pt x="43" y="18"/>
                    </a:cubicBezTo>
                    <a:cubicBezTo>
                      <a:pt x="52" y="40"/>
                      <a:pt x="61" y="62"/>
                      <a:pt x="71" y="84"/>
                    </a:cubicBezTo>
                    <a:cubicBezTo>
                      <a:pt x="73" y="90"/>
                      <a:pt x="77" y="92"/>
                      <a:pt x="83" y="90"/>
                    </a:cubicBezTo>
                    <a:cubicBezTo>
                      <a:pt x="85" y="90"/>
                      <a:pt x="87" y="90"/>
                      <a:pt x="90" y="90"/>
                    </a:cubicBezTo>
                    <a:cubicBezTo>
                      <a:pt x="90" y="91"/>
                      <a:pt x="90" y="92"/>
                      <a:pt x="91" y="93"/>
                    </a:cubicBezTo>
                    <a:cubicBezTo>
                      <a:pt x="74" y="100"/>
                      <a:pt x="58" y="107"/>
                      <a:pt x="42" y="114"/>
                    </a:cubicBezTo>
                    <a:cubicBezTo>
                      <a:pt x="41" y="114"/>
                      <a:pt x="41" y="113"/>
                      <a:pt x="40" y="112"/>
                    </a:cubicBezTo>
                    <a:cubicBezTo>
                      <a:pt x="41" y="111"/>
                      <a:pt x="42" y="109"/>
                      <a:pt x="43" y="108"/>
                    </a:cubicBezTo>
                    <a:cubicBezTo>
                      <a:pt x="51" y="104"/>
                      <a:pt x="51" y="99"/>
                      <a:pt x="48" y="91"/>
                    </a:cubicBezTo>
                    <a:cubicBezTo>
                      <a:pt x="39" y="72"/>
                      <a:pt x="30" y="52"/>
                      <a:pt x="22" y="32"/>
                    </a:cubicBezTo>
                    <a:cubicBezTo>
                      <a:pt x="19" y="24"/>
                      <a:pt x="14" y="20"/>
                      <a:pt x="6" y="23"/>
                    </a:cubicBezTo>
                    <a:cubicBezTo>
                      <a:pt x="4" y="24"/>
                      <a:pt x="2" y="23"/>
                      <a:pt x="0" y="23"/>
                    </a:cubicBezTo>
                    <a:cubicBezTo>
                      <a:pt x="0" y="23"/>
                      <a:pt x="0" y="23"/>
                      <a:pt x="0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8" name="Freeform 33"/>
              <p:cNvSpPr/>
              <p:nvPr/>
            </p:nvSpPr>
            <p:spPr bwMode="auto">
              <a:xfrm>
                <a:off x="7373938" y="4121150"/>
                <a:ext cx="288925" cy="246063"/>
              </a:xfrm>
              <a:custGeom>
                <a:avLst/>
                <a:gdLst>
                  <a:gd name="T0" fmla="*/ 114 w 114"/>
                  <a:gd name="T1" fmla="*/ 52 h 97"/>
                  <a:gd name="T2" fmla="*/ 86 w 114"/>
                  <a:gd name="T3" fmla="*/ 97 h 97"/>
                  <a:gd name="T4" fmla="*/ 84 w 114"/>
                  <a:gd name="T5" fmla="*/ 97 h 97"/>
                  <a:gd name="T6" fmla="*/ 84 w 114"/>
                  <a:gd name="T7" fmla="*/ 91 h 97"/>
                  <a:gd name="T8" fmla="*/ 79 w 114"/>
                  <a:gd name="T9" fmla="*/ 77 h 97"/>
                  <a:gd name="T10" fmla="*/ 28 w 114"/>
                  <a:gd name="T11" fmla="*/ 46 h 97"/>
                  <a:gd name="T12" fmla="*/ 0 w 114"/>
                  <a:gd name="T13" fmla="*/ 46 h 97"/>
                  <a:gd name="T14" fmla="*/ 26 w 114"/>
                  <a:gd name="T15" fmla="*/ 0 h 97"/>
                  <a:gd name="T16" fmla="*/ 28 w 114"/>
                  <a:gd name="T17" fmla="*/ 0 h 97"/>
                  <a:gd name="T18" fmla="*/ 28 w 114"/>
                  <a:gd name="T19" fmla="*/ 6 h 97"/>
                  <a:gd name="T20" fmla="*/ 33 w 114"/>
                  <a:gd name="T21" fmla="*/ 20 h 97"/>
                  <a:gd name="T22" fmla="*/ 92 w 114"/>
                  <a:gd name="T23" fmla="*/ 56 h 97"/>
                  <a:gd name="T24" fmla="*/ 106 w 114"/>
                  <a:gd name="T25" fmla="*/ 54 h 97"/>
                  <a:gd name="T26" fmla="*/ 112 w 114"/>
                  <a:gd name="T27" fmla="*/ 50 h 97"/>
                  <a:gd name="T28" fmla="*/ 114 w 114"/>
                  <a:gd name="T29" fmla="*/ 52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4" h="97">
                    <a:moveTo>
                      <a:pt x="114" y="52"/>
                    </a:moveTo>
                    <a:cubicBezTo>
                      <a:pt x="104" y="67"/>
                      <a:pt x="95" y="82"/>
                      <a:pt x="86" y="97"/>
                    </a:cubicBezTo>
                    <a:cubicBezTo>
                      <a:pt x="86" y="97"/>
                      <a:pt x="85" y="97"/>
                      <a:pt x="84" y="97"/>
                    </a:cubicBezTo>
                    <a:cubicBezTo>
                      <a:pt x="84" y="95"/>
                      <a:pt x="83" y="93"/>
                      <a:pt x="84" y="91"/>
                    </a:cubicBezTo>
                    <a:cubicBezTo>
                      <a:pt x="87" y="85"/>
                      <a:pt x="85" y="80"/>
                      <a:pt x="79" y="77"/>
                    </a:cubicBezTo>
                    <a:cubicBezTo>
                      <a:pt x="62" y="67"/>
                      <a:pt x="45" y="56"/>
                      <a:pt x="28" y="46"/>
                    </a:cubicBezTo>
                    <a:cubicBezTo>
                      <a:pt x="13" y="37"/>
                      <a:pt x="13" y="37"/>
                      <a:pt x="0" y="46"/>
                    </a:cubicBezTo>
                    <a:cubicBezTo>
                      <a:pt x="6" y="29"/>
                      <a:pt x="17" y="15"/>
                      <a:pt x="26" y="0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2"/>
                      <a:pt x="28" y="5"/>
                      <a:pt x="28" y="6"/>
                    </a:cubicBezTo>
                    <a:cubicBezTo>
                      <a:pt x="25" y="13"/>
                      <a:pt x="27" y="17"/>
                      <a:pt x="33" y="20"/>
                    </a:cubicBezTo>
                    <a:cubicBezTo>
                      <a:pt x="52" y="32"/>
                      <a:pt x="72" y="44"/>
                      <a:pt x="92" y="56"/>
                    </a:cubicBezTo>
                    <a:cubicBezTo>
                      <a:pt x="98" y="60"/>
                      <a:pt x="102" y="59"/>
                      <a:pt x="106" y="54"/>
                    </a:cubicBezTo>
                    <a:cubicBezTo>
                      <a:pt x="108" y="52"/>
                      <a:pt x="110" y="51"/>
                      <a:pt x="112" y="50"/>
                    </a:cubicBezTo>
                    <a:cubicBezTo>
                      <a:pt x="112" y="51"/>
                      <a:pt x="113" y="52"/>
                      <a:pt x="114" y="5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34"/>
              <p:cNvSpPr/>
              <p:nvPr/>
            </p:nvSpPr>
            <p:spPr bwMode="auto">
              <a:xfrm>
                <a:off x="6597650" y="1562100"/>
                <a:ext cx="76200" cy="93663"/>
              </a:xfrm>
              <a:custGeom>
                <a:avLst/>
                <a:gdLst>
                  <a:gd name="T0" fmla="*/ 30 w 30"/>
                  <a:gd name="T1" fmla="*/ 30 h 37"/>
                  <a:gd name="T2" fmla="*/ 23 w 30"/>
                  <a:gd name="T3" fmla="*/ 36 h 37"/>
                  <a:gd name="T4" fmla="*/ 12 w 30"/>
                  <a:gd name="T5" fmla="*/ 35 h 37"/>
                  <a:gd name="T6" fmla="*/ 2 w 30"/>
                  <a:gd name="T7" fmla="*/ 6 h 37"/>
                  <a:gd name="T8" fmla="*/ 10 w 30"/>
                  <a:gd name="T9" fmla="*/ 1 h 37"/>
                  <a:gd name="T10" fmla="*/ 30 w 30"/>
                  <a:gd name="T11" fmla="*/ 3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" h="37">
                    <a:moveTo>
                      <a:pt x="30" y="30"/>
                    </a:moveTo>
                    <a:cubicBezTo>
                      <a:pt x="29" y="31"/>
                      <a:pt x="27" y="35"/>
                      <a:pt x="23" y="36"/>
                    </a:cubicBezTo>
                    <a:cubicBezTo>
                      <a:pt x="20" y="37"/>
                      <a:pt x="14" y="37"/>
                      <a:pt x="12" y="35"/>
                    </a:cubicBezTo>
                    <a:cubicBezTo>
                      <a:pt x="4" y="28"/>
                      <a:pt x="0" y="18"/>
                      <a:pt x="2" y="6"/>
                    </a:cubicBezTo>
                    <a:cubicBezTo>
                      <a:pt x="2" y="4"/>
                      <a:pt x="8" y="0"/>
                      <a:pt x="10" y="1"/>
                    </a:cubicBezTo>
                    <a:cubicBezTo>
                      <a:pt x="18" y="2"/>
                      <a:pt x="30" y="19"/>
                      <a:pt x="30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0" name="Freeform 46"/>
              <p:cNvSpPr/>
              <p:nvPr/>
            </p:nvSpPr>
            <p:spPr bwMode="auto">
              <a:xfrm>
                <a:off x="4306888" y="1617663"/>
                <a:ext cx="3151188" cy="2741613"/>
              </a:xfrm>
              <a:custGeom>
                <a:avLst/>
                <a:gdLst>
                  <a:gd name="T0" fmla="*/ 976 w 1246"/>
                  <a:gd name="T1" fmla="*/ 1074 h 1083"/>
                  <a:gd name="T2" fmla="*/ 937 w 1246"/>
                  <a:gd name="T3" fmla="*/ 1004 h 1083"/>
                  <a:gd name="T4" fmla="*/ 913 w 1246"/>
                  <a:gd name="T5" fmla="*/ 849 h 1083"/>
                  <a:gd name="T6" fmla="*/ 908 w 1246"/>
                  <a:gd name="T7" fmla="*/ 676 h 1083"/>
                  <a:gd name="T8" fmla="*/ 900 w 1246"/>
                  <a:gd name="T9" fmla="*/ 490 h 1083"/>
                  <a:gd name="T10" fmla="*/ 790 w 1246"/>
                  <a:gd name="T11" fmla="*/ 320 h 1083"/>
                  <a:gd name="T12" fmla="*/ 782 w 1246"/>
                  <a:gd name="T13" fmla="*/ 310 h 1083"/>
                  <a:gd name="T14" fmla="*/ 779 w 1246"/>
                  <a:gd name="T15" fmla="*/ 288 h 1083"/>
                  <a:gd name="T16" fmla="*/ 758 w 1246"/>
                  <a:gd name="T17" fmla="*/ 243 h 1083"/>
                  <a:gd name="T18" fmla="*/ 691 w 1246"/>
                  <a:gd name="T19" fmla="*/ 196 h 1083"/>
                  <a:gd name="T20" fmla="*/ 641 w 1246"/>
                  <a:gd name="T21" fmla="*/ 171 h 1083"/>
                  <a:gd name="T22" fmla="*/ 681 w 1246"/>
                  <a:gd name="T23" fmla="*/ 166 h 1083"/>
                  <a:gd name="T24" fmla="*/ 706 w 1246"/>
                  <a:gd name="T25" fmla="*/ 157 h 1083"/>
                  <a:gd name="T26" fmla="*/ 766 w 1246"/>
                  <a:gd name="T27" fmla="*/ 95 h 1083"/>
                  <a:gd name="T28" fmla="*/ 767 w 1246"/>
                  <a:gd name="T29" fmla="*/ 78 h 1083"/>
                  <a:gd name="T30" fmla="*/ 746 w 1246"/>
                  <a:gd name="T31" fmla="*/ 64 h 1083"/>
                  <a:gd name="T32" fmla="*/ 740 w 1246"/>
                  <a:gd name="T33" fmla="*/ 68 h 1083"/>
                  <a:gd name="T34" fmla="*/ 708 w 1246"/>
                  <a:gd name="T35" fmla="*/ 106 h 1083"/>
                  <a:gd name="T36" fmla="*/ 633 w 1246"/>
                  <a:gd name="T37" fmla="*/ 145 h 1083"/>
                  <a:gd name="T38" fmla="*/ 631 w 1246"/>
                  <a:gd name="T39" fmla="*/ 54 h 1083"/>
                  <a:gd name="T40" fmla="*/ 615 w 1246"/>
                  <a:gd name="T41" fmla="*/ 32 h 1083"/>
                  <a:gd name="T42" fmla="*/ 603 w 1246"/>
                  <a:gd name="T43" fmla="*/ 31 h 1083"/>
                  <a:gd name="T44" fmla="*/ 586 w 1246"/>
                  <a:gd name="T45" fmla="*/ 46 h 1083"/>
                  <a:gd name="T46" fmla="*/ 583 w 1246"/>
                  <a:gd name="T47" fmla="*/ 133 h 1083"/>
                  <a:gd name="T48" fmla="*/ 575 w 1246"/>
                  <a:gd name="T49" fmla="*/ 143 h 1083"/>
                  <a:gd name="T50" fmla="*/ 541 w 1246"/>
                  <a:gd name="T51" fmla="*/ 138 h 1083"/>
                  <a:gd name="T52" fmla="*/ 486 w 1246"/>
                  <a:gd name="T53" fmla="*/ 86 h 1083"/>
                  <a:gd name="T54" fmla="*/ 473 w 1246"/>
                  <a:gd name="T55" fmla="*/ 69 h 1083"/>
                  <a:gd name="T56" fmla="*/ 449 w 1246"/>
                  <a:gd name="T57" fmla="*/ 68 h 1083"/>
                  <a:gd name="T58" fmla="*/ 446 w 1246"/>
                  <a:gd name="T59" fmla="*/ 80 h 1083"/>
                  <a:gd name="T60" fmla="*/ 462 w 1246"/>
                  <a:gd name="T61" fmla="*/ 113 h 1083"/>
                  <a:gd name="T62" fmla="*/ 572 w 1246"/>
                  <a:gd name="T63" fmla="*/ 179 h 1083"/>
                  <a:gd name="T64" fmla="*/ 582 w 1246"/>
                  <a:gd name="T65" fmla="*/ 181 h 1083"/>
                  <a:gd name="T66" fmla="*/ 577 w 1246"/>
                  <a:gd name="T67" fmla="*/ 182 h 1083"/>
                  <a:gd name="T68" fmla="*/ 475 w 1246"/>
                  <a:gd name="T69" fmla="*/ 226 h 1083"/>
                  <a:gd name="T70" fmla="*/ 430 w 1246"/>
                  <a:gd name="T71" fmla="*/ 305 h 1083"/>
                  <a:gd name="T72" fmla="*/ 415 w 1246"/>
                  <a:gd name="T73" fmla="*/ 334 h 1083"/>
                  <a:gd name="T74" fmla="*/ 366 w 1246"/>
                  <a:gd name="T75" fmla="*/ 379 h 1083"/>
                  <a:gd name="T76" fmla="*/ 319 w 1246"/>
                  <a:gd name="T77" fmla="*/ 472 h 1083"/>
                  <a:gd name="T78" fmla="*/ 309 w 1246"/>
                  <a:gd name="T79" fmla="*/ 560 h 1083"/>
                  <a:gd name="T80" fmla="*/ 306 w 1246"/>
                  <a:gd name="T81" fmla="*/ 781 h 1083"/>
                  <a:gd name="T82" fmla="*/ 304 w 1246"/>
                  <a:gd name="T83" fmla="*/ 857 h 1083"/>
                  <a:gd name="T84" fmla="*/ 272 w 1246"/>
                  <a:gd name="T85" fmla="*/ 993 h 1083"/>
                  <a:gd name="T86" fmla="*/ 240 w 1246"/>
                  <a:gd name="T87" fmla="*/ 1076 h 1083"/>
                  <a:gd name="T88" fmla="*/ 237 w 1246"/>
                  <a:gd name="T89" fmla="*/ 1083 h 1083"/>
                  <a:gd name="T90" fmla="*/ 51 w 1246"/>
                  <a:gd name="T91" fmla="*/ 834 h 1083"/>
                  <a:gd name="T92" fmla="*/ 17 w 1246"/>
                  <a:gd name="T93" fmla="*/ 525 h 1083"/>
                  <a:gd name="T94" fmla="*/ 537 w 1246"/>
                  <a:gd name="T95" fmla="*/ 30 h 1083"/>
                  <a:gd name="T96" fmla="*/ 1158 w 1246"/>
                  <a:gd name="T97" fmla="*/ 420 h 1083"/>
                  <a:gd name="T98" fmla="*/ 976 w 1246"/>
                  <a:gd name="T99" fmla="*/ 1074 h 10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246" h="1083">
                    <a:moveTo>
                      <a:pt x="976" y="1074"/>
                    </a:moveTo>
                    <a:cubicBezTo>
                      <a:pt x="957" y="1053"/>
                      <a:pt x="943" y="1031"/>
                      <a:pt x="937" y="1004"/>
                    </a:cubicBezTo>
                    <a:cubicBezTo>
                      <a:pt x="925" y="953"/>
                      <a:pt x="916" y="901"/>
                      <a:pt x="913" y="849"/>
                    </a:cubicBezTo>
                    <a:cubicBezTo>
                      <a:pt x="910" y="792"/>
                      <a:pt x="910" y="734"/>
                      <a:pt x="908" y="676"/>
                    </a:cubicBezTo>
                    <a:cubicBezTo>
                      <a:pt x="906" y="614"/>
                      <a:pt x="906" y="552"/>
                      <a:pt x="900" y="490"/>
                    </a:cubicBezTo>
                    <a:cubicBezTo>
                      <a:pt x="893" y="415"/>
                      <a:pt x="856" y="358"/>
                      <a:pt x="790" y="320"/>
                    </a:cubicBezTo>
                    <a:cubicBezTo>
                      <a:pt x="787" y="318"/>
                      <a:pt x="784" y="314"/>
                      <a:pt x="782" y="310"/>
                    </a:cubicBezTo>
                    <a:cubicBezTo>
                      <a:pt x="780" y="303"/>
                      <a:pt x="779" y="295"/>
                      <a:pt x="779" y="288"/>
                    </a:cubicBezTo>
                    <a:cubicBezTo>
                      <a:pt x="777" y="270"/>
                      <a:pt x="770" y="255"/>
                      <a:pt x="758" y="243"/>
                    </a:cubicBezTo>
                    <a:cubicBezTo>
                      <a:pt x="739" y="222"/>
                      <a:pt x="716" y="207"/>
                      <a:pt x="691" y="196"/>
                    </a:cubicBezTo>
                    <a:cubicBezTo>
                      <a:pt x="674" y="188"/>
                      <a:pt x="657" y="180"/>
                      <a:pt x="641" y="171"/>
                    </a:cubicBezTo>
                    <a:cubicBezTo>
                      <a:pt x="654" y="170"/>
                      <a:pt x="668" y="169"/>
                      <a:pt x="681" y="166"/>
                    </a:cubicBezTo>
                    <a:cubicBezTo>
                      <a:pt x="690" y="165"/>
                      <a:pt x="699" y="162"/>
                      <a:pt x="706" y="157"/>
                    </a:cubicBezTo>
                    <a:cubicBezTo>
                      <a:pt x="730" y="140"/>
                      <a:pt x="749" y="119"/>
                      <a:pt x="766" y="95"/>
                    </a:cubicBezTo>
                    <a:cubicBezTo>
                      <a:pt x="769" y="89"/>
                      <a:pt x="772" y="83"/>
                      <a:pt x="767" y="78"/>
                    </a:cubicBezTo>
                    <a:cubicBezTo>
                      <a:pt x="761" y="72"/>
                      <a:pt x="753" y="68"/>
                      <a:pt x="746" y="64"/>
                    </a:cubicBezTo>
                    <a:cubicBezTo>
                      <a:pt x="745" y="63"/>
                      <a:pt x="742" y="66"/>
                      <a:pt x="740" y="68"/>
                    </a:cubicBezTo>
                    <a:cubicBezTo>
                      <a:pt x="729" y="81"/>
                      <a:pt x="719" y="93"/>
                      <a:pt x="708" y="106"/>
                    </a:cubicBezTo>
                    <a:cubicBezTo>
                      <a:pt x="688" y="128"/>
                      <a:pt x="663" y="139"/>
                      <a:pt x="633" y="145"/>
                    </a:cubicBezTo>
                    <a:cubicBezTo>
                      <a:pt x="632" y="114"/>
                      <a:pt x="632" y="84"/>
                      <a:pt x="631" y="54"/>
                    </a:cubicBezTo>
                    <a:cubicBezTo>
                      <a:pt x="631" y="40"/>
                      <a:pt x="629" y="35"/>
                      <a:pt x="615" y="32"/>
                    </a:cubicBezTo>
                    <a:cubicBezTo>
                      <a:pt x="611" y="31"/>
                      <a:pt x="607" y="31"/>
                      <a:pt x="603" y="31"/>
                    </a:cubicBezTo>
                    <a:cubicBezTo>
                      <a:pt x="591" y="29"/>
                      <a:pt x="586" y="34"/>
                      <a:pt x="586" y="46"/>
                    </a:cubicBezTo>
                    <a:cubicBezTo>
                      <a:pt x="585" y="75"/>
                      <a:pt x="584" y="104"/>
                      <a:pt x="583" y="133"/>
                    </a:cubicBezTo>
                    <a:cubicBezTo>
                      <a:pt x="583" y="140"/>
                      <a:pt x="581" y="142"/>
                      <a:pt x="575" y="143"/>
                    </a:cubicBezTo>
                    <a:cubicBezTo>
                      <a:pt x="563" y="145"/>
                      <a:pt x="551" y="144"/>
                      <a:pt x="541" y="138"/>
                    </a:cubicBezTo>
                    <a:cubicBezTo>
                      <a:pt x="518" y="126"/>
                      <a:pt x="500" y="108"/>
                      <a:pt x="486" y="86"/>
                    </a:cubicBezTo>
                    <a:cubicBezTo>
                      <a:pt x="483" y="80"/>
                      <a:pt x="478" y="74"/>
                      <a:pt x="473" y="69"/>
                    </a:cubicBezTo>
                    <a:cubicBezTo>
                      <a:pt x="467" y="63"/>
                      <a:pt x="456" y="63"/>
                      <a:pt x="449" y="68"/>
                    </a:cubicBezTo>
                    <a:cubicBezTo>
                      <a:pt x="446" y="71"/>
                      <a:pt x="444" y="77"/>
                      <a:pt x="446" y="80"/>
                    </a:cubicBezTo>
                    <a:cubicBezTo>
                      <a:pt x="450" y="91"/>
                      <a:pt x="455" y="103"/>
                      <a:pt x="462" y="113"/>
                    </a:cubicBezTo>
                    <a:cubicBezTo>
                      <a:pt x="489" y="151"/>
                      <a:pt x="527" y="170"/>
                      <a:pt x="572" y="179"/>
                    </a:cubicBezTo>
                    <a:cubicBezTo>
                      <a:pt x="575" y="179"/>
                      <a:pt x="578" y="180"/>
                      <a:pt x="582" y="181"/>
                    </a:cubicBezTo>
                    <a:cubicBezTo>
                      <a:pt x="580" y="182"/>
                      <a:pt x="578" y="182"/>
                      <a:pt x="577" y="182"/>
                    </a:cubicBezTo>
                    <a:cubicBezTo>
                      <a:pt x="538" y="184"/>
                      <a:pt x="507" y="207"/>
                      <a:pt x="475" y="226"/>
                    </a:cubicBezTo>
                    <a:cubicBezTo>
                      <a:pt x="443" y="244"/>
                      <a:pt x="431" y="271"/>
                      <a:pt x="430" y="305"/>
                    </a:cubicBezTo>
                    <a:cubicBezTo>
                      <a:pt x="430" y="317"/>
                      <a:pt x="426" y="326"/>
                      <a:pt x="415" y="334"/>
                    </a:cubicBezTo>
                    <a:cubicBezTo>
                      <a:pt x="398" y="348"/>
                      <a:pt x="382" y="363"/>
                      <a:pt x="366" y="379"/>
                    </a:cubicBezTo>
                    <a:cubicBezTo>
                      <a:pt x="340" y="404"/>
                      <a:pt x="328" y="437"/>
                      <a:pt x="319" y="472"/>
                    </a:cubicBezTo>
                    <a:cubicBezTo>
                      <a:pt x="312" y="501"/>
                      <a:pt x="310" y="530"/>
                      <a:pt x="309" y="560"/>
                    </a:cubicBezTo>
                    <a:cubicBezTo>
                      <a:pt x="309" y="633"/>
                      <a:pt x="307" y="707"/>
                      <a:pt x="306" y="781"/>
                    </a:cubicBezTo>
                    <a:cubicBezTo>
                      <a:pt x="305" y="806"/>
                      <a:pt x="305" y="832"/>
                      <a:pt x="304" y="857"/>
                    </a:cubicBezTo>
                    <a:cubicBezTo>
                      <a:pt x="300" y="904"/>
                      <a:pt x="287" y="949"/>
                      <a:pt x="272" y="993"/>
                    </a:cubicBezTo>
                    <a:cubicBezTo>
                      <a:pt x="262" y="1021"/>
                      <a:pt x="251" y="1048"/>
                      <a:pt x="240" y="1076"/>
                    </a:cubicBezTo>
                    <a:cubicBezTo>
                      <a:pt x="239" y="1078"/>
                      <a:pt x="238" y="1080"/>
                      <a:pt x="237" y="1083"/>
                    </a:cubicBezTo>
                    <a:cubicBezTo>
                      <a:pt x="152" y="1016"/>
                      <a:pt x="90" y="933"/>
                      <a:pt x="51" y="834"/>
                    </a:cubicBezTo>
                    <a:cubicBezTo>
                      <a:pt x="11" y="734"/>
                      <a:pt x="0" y="631"/>
                      <a:pt x="17" y="525"/>
                    </a:cubicBezTo>
                    <a:cubicBezTo>
                      <a:pt x="60" y="257"/>
                      <a:pt x="278" y="57"/>
                      <a:pt x="537" y="30"/>
                    </a:cubicBezTo>
                    <a:cubicBezTo>
                      <a:pt x="825" y="0"/>
                      <a:pt x="1072" y="177"/>
                      <a:pt x="1158" y="420"/>
                    </a:cubicBezTo>
                    <a:cubicBezTo>
                      <a:pt x="1246" y="668"/>
                      <a:pt x="1158" y="927"/>
                      <a:pt x="976" y="10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1" name="Freeform 47"/>
              <p:cNvSpPr/>
              <p:nvPr/>
            </p:nvSpPr>
            <p:spPr bwMode="auto">
              <a:xfrm>
                <a:off x="5500688" y="2435225"/>
                <a:ext cx="674688" cy="428625"/>
              </a:xfrm>
              <a:custGeom>
                <a:avLst/>
                <a:gdLst>
                  <a:gd name="T0" fmla="*/ 263 w 267"/>
                  <a:gd name="T1" fmla="*/ 164 h 169"/>
                  <a:gd name="T2" fmla="*/ 0 w 267"/>
                  <a:gd name="T3" fmla="*/ 169 h 169"/>
                  <a:gd name="T4" fmla="*/ 0 w 267"/>
                  <a:gd name="T5" fmla="*/ 134 h 169"/>
                  <a:gd name="T6" fmla="*/ 1 w 267"/>
                  <a:gd name="T7" fmla="*/ 41 h 169"/>
                  <a:gd name="T8" fmla="*/ 8 w 267"/>
                  <a:gd name="T9" fmla="*/ 31 h 169"/>
                  <a:gd name="T10" fmla="*/ 184 w 267"/>
                  <a:gd name="T11" fmla="*/ 11 h 169"/>
                  <a:gd name="T12" fmla="*/ 267 w 267"/>
                  <a:gd name="T13" fmla="*/ 28 h 169"/>
                  <a:gd name="T14" fmla="*/ 263 w 267"/>
                  <a:gd name="T15" fmla="*/ 164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69">
                    <a:moveTo>
                      <a:pt x="263" y="164"/>
                    </a:moveTo>
                    <a:cubicBezTo>
                      <a:pt x="175" y="144"/>
                      <a:pt x="88" y="136"/>
                      <a:pt x="0" y="169"/>
                    </a:cubicBezTo>
                    <a:cubicBezTo>
                      <a:pt x="0" y="156"/>
                      <a:pt x="0" y="145"/>
                      <a:pt x="0" y="134"/>
                    </a:cubicBezTo>
                    <a:cubicBezTo>
                      <a:pt x="1" y="103"/>
                      <a:pt x="1" y="72"/>
                      <a:pt x="1" y="41"/>
                    </a:cubicBezTo>
                    <a:cubicBezTo>
                      <a:pt x="1" y="35"/>
                      <a:pt x="3" y="33"/>
                      <a:pt x="8" y="31"/>
                    </a:cubicBezTo>
                    <a:cubicBezTo>
                      <a:pt x="65" y="8"/>
                      <a:pt x="124" y="0"/>
                      <a:pt x="184" y="11"/>
                    </a:cubicBezTo>
                    <a:cubicBezTo>
                      <a:pt x="212" y="16"/>
                      <a:pt x="239" y="22"/>
                      <a:pt x="267" y="28"/>
                    </a:cubicBezTo>
                    <a:cubicBezTo>
                      <a:pt x="265" y="74"/>
                      <a:pt x="264" y="119"/>
                      <a:pt x="263" y="1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2" name="Freeform 48"/>
              <p:cNvSpPr/>
              <p:nvPr/>
            </p:nvSpPr>
            <p:spPr bwMode="auto">
              <a:xfrm>
                <a:off x="5540375" y="2898775"/>
                <a:ext cx="604838" cy="293688"/>
              </a:xfrm>
              <a:custGeom>
                <a:avLst/>
                <a:gdLst>
                  <a:gd name="T0" fmla="*/ 0 w 239"/>
                  <a:gd name="T1" fmla="*/ 35 h 116"/>
                  <a:gd name="T2" fmla="*/ 129 w 239"/>
                  <a:gd name="T3" fmla="*/ 5 h 116"/>
                  <a:gd name="T4" fmla="*/ 221 w 239"/>
                  <a:gd name="T5" fmla="*/ 17 h 116"/>
                  <a:gd name="T6" fmla="*/ 239 w 239"/>
                  <a:gd name="T7" fmla="*/ 22 h 116"/>
                  <a:gd name="T8" fmla="*/ 232 w 239"/>
                  <a:gd name="T9" fmla="*/ 35 h 116"/>
                  <a:gd name="T10" fmla="*/ 144 w 239"/>
                  <a:gd name="T11" fmla="*/ 107 h 116"/>
                  <a:gd name="T12" fmla="*/ 93 w 239"/>
                  <a:gd name="T13" fmla="*/ 107 h 116"/>
                  <a:gd name="T14" fmla="*/ 60 w 239"/>
                  <a:gd name="T15" fmla="*/ 87 h 116"/>
                  <a:gd name="T16" fmla="*/ 0 w 239"/>
                  <a:gd name="T17" fmla="*/ 35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39" h="116">
                    <a:moveTo>
                      <a:pt x="0" y="35"/>
                    </a:moveTo>
                    <a:cubicBezTo>
                      <a:pt x="42" y="11"/>
                      <a:pt x="83" y="0"/>
                      <a:pt x="129" y="5"/>
                    </a:cubicBezTo>
                    <a:cubicBezTo>
                      <a:pt x="159" y="9"/>
                      <a:pt x="190" y="13"/>
                      <a:pt x="221" y="17"/>
                    </a:cubicBezTo>
                    <a:cubicBezTo>
                      <a:pt x="227" y="18"/>
                      <a:pt x="232" y="20"/>
                      <a:pt x="239" y="22"/>
                    </a:cubicBezTo>
                    <a:cubicBezTo>
                      <a:pt x="236" y="27"/>
                      <a:pt x="234" y="32"/>
                      <a:pt x="232" y="35"/>
                    </a:cubicBezTo>
                    <a:cubicBezTo>
                      <a:pt x="207" y="65"/>
                      <a:pt x="178" y="89"/>
                      <a:pt x="144" y="107"/>
                    </a:cubicBezTo>
                    <a:cubicBezTo>
                      <a:pt x="127" y="116"/>
                      <a:pt x="109" y="115"/>
                      <a:pt x="93" y="107"/>
                    </a:cubicBezTo>
                    <a:cubicBezTo>
                      <a:pt x="81" y="101"/>
                      <a:pt x="70" y="95"/>
                      <a:pt x="60" y="87"/>
                    </a:cubicBezTo>
                    <a:cubicBezTo>
                      <a:pt x="40" y="71"/>
                      <a:pt x="21" y="53"/>
                      <a:pt x="0" y="3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3" name="Freeform 49"/>
              <p:cNvSpPr/>
              <p:nvPr/>
            </p:nvSpPr>
            <p:spPr bwMode="auto">
              <a:xfrm>
                <a:off x="5513388" y="2133600"/>
                <a:ext cx="661988" cy="263525"/>
              </a:xfrm>
              <a:custGeom>
                <a:avLst/>
                <a:gdLst>
                  <a:gd name="T0" fmla="*/ 0 w 262"/>
                  <a:gd name="T1" fmla="*/ 103 h 104"/>
                  <a:gd name="T2" fmla="*/ 24 w 262"/>
                  <a:gd name="T3" fmla="*/ 55 h 104"/>
                  <a:gd name="T4" fmla="*/ 31 w 262"/>
                  <a:gd name="T5" fmla="*/ 50 h 104"/>
                  <a:gd name="T6" fmla="*/ 118 w 262"/>
                  <a:gd name="T7" fmla="*/ 3 h 104"/>
                  <a:gd name="T8" fmla="*/ 131 w 262"/>
                  <a:gd name="T9" fmla="*/ 3 h 104"/>
                  <a:gd name="T10" fmla="*/ 213 w 262"/>
                  <a:gd name="T11" fmla="*/ 39 h 104"/>
                  <a:gd name="T12" fmla="*/ 242 w 262"/>
                  <a:gd name="T13" fmla="*/ 56 h 104"/>
                  <a:gd name="T14" fmla="*/ 260 w 262"/>
                  <a:gd name="T15" fmla="*/ 96 h 104"/>
                  <a:gd name="T16" fmla="*/ 251 w 262"/>
                  <a:gd name="T17" fmla="*/ 102 h 104"/>
                  <a:gd name="T18" fmla="*/ 151 w 262"/>
                  <a:gd name="T19" fmla="*/ 76 h 104"/>
                  <a:gd name="T20" fmla="*/ 40 w 262"/>
                  <a:gd name="T21" fmla="*/ 88 h 104"/>
                  <a:gd name="T22" fmla="*/ 0 w 262"/>
                  <a:gd name="T23" fmla="*/ 10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2" h="104">
                    <a:moveTo>
                      <a:pt x="0" y="103"/>
                    </a:moveTo>
                    <a:cubicBezTo>
                      <a:pt x="3" y="84"/>
                      <a:pt x="11" y="68"/>
                      <a:pt x="24" y="55"/>
                    </a:cubicBezTo>
                    <a:cubicBezTo>
                      <a:pt x="26" y="53"/>
                      <a:pt x="29" y="51"/>
                      <a:pt x="31" y="50"/>
                    </a:cubicBezTo>
                    <a:cubicBezTo>
                      <a:pt x="63" y="40"/>
                      <a:pt x="90" y="21"/>
                      <a:pt x="118" y="3"/>
                    </a:cubicBezTo>
                    <a:cubicBezTo>
                      <a:pt x="122" y="1"/>
                      <a:pt x="126" y="0"/>
                      <a:pt x="131" y="3"/>
                    </a:cubicBezTo>
                    <a:cubicBezTo>
                      <a:pt x="158" y="15"/>
                      <a:pt x="186" y="27"/>
                      <a:pt x="213" y="39"/>
                    </a:cubicBezTo>
                    <a:cubicBezTo>
                      <a:pt x="223" y="44"/>
                      <a:pt x="233" y="50"/>
                      <a:pt x="242" y="56"/>
                    </a:cubicBezTo>
                    <a:cubicBezTo>
                      <a:pt x="255" y="66"/>
                      <a:pt x="262" y="79"/>
                      <a:pt x="260" y="96"/>
                    </a:cubicBezTo>
                    <a:cubicBezTo>
                      <a:pt x="260" y="102"/>
                      <a:pt x="258" y="104"/>
                      <a:pt x="251" y="102"/>
                    </a:cubicBezTo>
                    <a:cubicBezTo>
                      <a:pt x="218" y="93"/>
                      <a:pt x="185" y="84"/>
                      <a:pt x="151" y="76"/>
                    </a:cubicBezTo>
                    <a:cubicBezTo>
                      <a:pt x="113" y="68"/>
                      <a:pt x="76" y="74"/>
                      <a:pt x="40" y="88"/>
                    </a:cubicBezTo>
                    <a:cubicBezTo>
                      <a:pt x="27" y="93"/>
                      <a:pt x="14" y="98"/>
                      <a:pt x="0" y="10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4" name="Freeform 50"/>
              <p:cNvSpPr/>
              <p:nvPr/>
            </p:nvSpPr>
            <p:spPr bwMode="auto">
              <a:xfrm>
                <a:off x="5165725" y="2574925"/>
                <a:ext cx="223838" cy="455613"/>
              </a:xfrm>
              <a:custGeom>
                <a:avLst/>
                <a:gdLst>
                  <a:gd name="T0" fmla="*/ 15 w 88"/>
                  <a:gd name="T1" fmla="*/ 180 h 180"/>
                  <a:gd name="T2" fmla="*/ 83 w 88"/>
                  <a:gd name="T3" fmla="*/ 0 h 180"/>
                  <a:gd name="T4" fmla="*/ 84 w 88"/>
                  <a:gd name="T5" fmla="*/ 7 h 180"/>
                  <a:gd name="T6" fmla="*/ 87 w 88"/>
                  <a:gd name="T7" fmla="*/ 120 h 180"/>
                  <a:gd name="T8" fmla="*/ 80 w 88"/>
                  <a:gd name="T9" fmla="*/ 131 h 180"/>
                  <a:gd name="T10" fmla="*/ 63 w 88"/>
                  <a:gd name="T11" fmla="*/ 139 h 180"/>
                  <a:gd name="T12" fmla="*/ 15 w 88"/>
                  <a:gd name="T13" fmla="*/ 180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8" h="180">
                    <a:moveTo>
                      <a:pt x="15" y="180"/>
                    </a:moveTo>
                    <a:cubicBezTo>
                      <a:pt x="0" y="106"/>
                      <a:pt x="31" y="34"/>
                      <a:pt x="83" y="0"/>
                    </a:cubicBezTo>
                    <a:cubicBezTo>
                      <a:pt x="84" y="2"/>
                      <a:pt x="84" y="4"/>
                      <a:pt x="84" y="7"/>
                    </a:cubicBezTo>
                    <a:cubicBezTo>
                      <a:pt x="85" y="44"/>
                      <a:pt x="86" y="82"/>
                      <a:pt x="87" y="120"/>
                    </a:cubicBezTo>
                    <a:cubicBezTo>
                      <a:pt x="88" y="126"/>
                      <a:pt x="85" y="129"/>
                      <a:pt x="80" y="131"/>
                    </a:cubicBezTo>
                    <a:cubicBezTo>
                      <a:pt x="74" y="133"/>
                      <a:pt x="68" y="136"/>
                      <a:pt x="63" y="139"/>
                    </a:cubicBezTo>
                    <a:cubicBezTo>
                      <a:pt x="43" y="148"/>
                      <a:pt x="26" y="160"/>
                      <a:pt x="15" y="1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5" name="Freeform 51"/>
              <p:cNvSpPr/>
              <p:nvPr/>
            </p:nvSpPr>
            <p:spPr bwMode="auto">
              <a:xfrm>
                <a:off x="6294438" y="2574925"/>
                <a:ext cx="209550" cy="439738"/>
              </a:xfrm>
              <a:custGeom>
                <a:avLst/>
                <a:gdLst>
                  <a:gd name="T0" fmla="*/ 76 w 83"/>
                  <a:gd name="T1" fmla="*/ 174 h 174"/>
                  <a:gd name="T2" fmla="*/ 4 w 83"/>
                  <a:gd name="T3" fmla="*/ 131 h 174"/>
                  <a:gd name="T4" fmla="*/ 0 w 83"/>
                  <a:gd name="T5" fmla="*/ 123 h 174"/>
                  <a:gd name="T6" fmla="*/ 4 w 83"/>
                  <a:gd name="T7" fmla="*/ 27 h 174"/>
                  <a:gd name="T8" fmla="*/ 6 w 83"/>
                  <a:gd name="T9" fmla="*/ 0 h 174"/>
                  <a:gd name="T10" fmla="*/ 76 w 83"/>
                  <a:gd name="T11" fmla="*/ 174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3" h="174">
                    <a:moveTo>
                      <a:pt x="76" y="174"/>
                    </a:moveTo>
                    <a:cubicBezTo>
                      <a:pt x="52" y="159"/>
                      <a:pt x="28" y="146"/>
                      <a:pt x="4" y="131"/>
                    </a:cubicBezTo>
                    <a:cubicBezTo>
                      <a:pt x="2" y="130"/>
                      <a:pt x="0" y="126"/>
                      <a:pt x="0" y="123"/>
                    </a:cubicBezTo>
                    <a:cubicBezTo>
                      <a:pt x="1" y="91"/>
                      <a:pt x="3" y="59"/>
                      <a:pt x="4" y="27"/>
                    </a:cubicBezTo>
                    <a:cubicBezTo>
                      <a:pt x="5" y="18"/>
                      <a:pt x="5" y="9"/>
                      <a:pt x="6" y="0"/>
                    </a:cubicBezTo>
                    <a:cubicBezTo>
                      <a:pt x="45" y="13"/>
                      <a:pt x="83" y="109"/>
                      <a:pt x="76" y="17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6" name="Freeform 52"/>
              <p:cNvSpPr/>
              <p:nvPr/>
            </p:nvSpPr>
            <p:spPr bwMode="auto">
              <a:xfrm>
                <a:off x="5902325" y="3968750"/>
                <a:ext cx="82550" cy="236538"/>
              </a:xfrm>
              <a:custGeom>
                <a:avLst/>
                <a:gdLst>
                  <a:gd name="T0" fmla="*/ 0 w 33"/>
                  <a:gd name="T1" fmla="*/ 93 h 93"/>
                  <a:gd name="T2" fmla="*/ 0 w 33"/>
                  <a:gd name="T3" fmla="*/ 18 h 93"/>
                  <a:gd name="T4" fmla="*/ 4 w 33"/>
                  <a:gd name="T5" fmla="*/ 11 h 93"/>
                  <a:gd name="T6" fmla="*/ 25 w 33"/>
                  <a:gd name="T7" fmla="*/ 0 h 93"/>
                  <a:gd name="T8" fmla="*/ 0 w 33"/>
                  <a:gd name="T9" fmla="*/ 9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93">
                    <a:moveTo>
                      <a:pt x="0" y="93"/>
                    </a:moveTo>
                    <a:cubicBezTo>
                      <a:pt x="0" y="67"/>
                      <a:pt x="0" y="42"/>
                      <a:pt x="0" y="18"/>
                    </a:cubicBezTo>
                    <a:cubicBezTo>
                      <a:pt x="0" y="16"/>
                      <a:pt x="2" y="13"/>
                      <a:pt x="4" y="11"/>
                    </a:cubicBezTo>
                    <a:cubicBezTo>
                      <a:pt x="11" y="8"/>
                      <a:pt x="17" y="4"/>
                      <a:pt x="25" y="0"/>
                    </a:cubicBezTo>
                    <a:cubicBezTo>
                      <a:pt x="23" y="33"/>
                      <a:pt x="33" y="67"/>
                      <a:pt x="0" y="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7" name="Freeform 53"/>
              <p:cNvSpPr/>
              <p:nvPr/>
            </p:nvSpPr>
            <p:spPr bwMode="auto">
              <a:xfrm>
                <a:off x="5765800" y="3756025"/>
                <a:ext cx="58738" cy="157163"/>
              </a:xfrm>
              <a:custGeom>
                <a:avLst/>
                <a:gdLst>
                  <a:gd name="T0" fmla="*/ 23 w 23"/>
                  <a:gd name="T1" fmla="*/ 62 h 62"/>
                  <a:gd name="T2" fmla="*/ 3 w 23"/>
                  <a:gd name="T3" fmla="*/ 41 h 62"/>
                  <a:gd name="T4" fmla="*/ 0 w 23"/>
                  <a:gd name="T5" fmla="*/ 14 h 62"/>
                  <a:gd name="T6" fmla="*/ 13 w 23"/>
                  <a:gd name="T7" fmla="*/ 0 h 62"/>
                  <a:gd name="T8" fmla="*/ 23 w 23"/>
                  <a:gd name="T9" fmla="*/ 1 h 62"/>
                  <a:gd name="T10" fmla="*/ 23 w 23"/>
                  <a:gd name="T11" fmla="*/ 62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62">
                    <a:moveTo>
                      <a:pt x="23" y="62"/>
                    </a:moveTo>
                    <a:cubicBezTo>
                      <a:pt x="12" y="61"/>
                      <a:pt x="4" y="53"/>
                      <a:pt x="3" y="41"/>
                    </a:cubicBezTo>
                    <a:cubicBezTo>
                      <a:pt x="1" y="32"/>
                      <a:pt x="1" y="23"/>
                      <a:pt x="0" y="14"/>
                    </a:cubicBezTo>
                    <a:cubicBezTo>
                      <a:pt x="0" y="3"/>
                      <a:pt x="2" y="1"/>
                      <a:pt x="13" y="0"/>
                    </a:cubicBezTo>
                    <a:cubicBezTo>
                      <a:pt x="16" y="0"/>
                      <a:pt x="19" y="1"/>
                      <a:pt x="23" y="1"/>
                    </a:cubicBezTo>
                    <a:cubicBezTo>
                      <a:pt x="23" y="22"/>
                      <a:pt x="23" y="42"/>
                      <a:pt x="23" y="6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54"/>
              <p:cNvSpPr/>
              <p:nvPr/>
            </p:nvSpPr>
            <p:spPr bwMode="auto">
              <a:xfrm>
                <a:off x="5867400" y="3529013"/>
                <a:ext cx="107950" cy="68263"/>
              </a:xfrm>
              <a:custGeom>
                <a:avLst/>
                <a:gdLst>
                  <a:gd name="T0" fmla="*/ 19 w 43"/>
                  <a:gd name="T1" fmla="*/ 26 h 27"/>
                  <a:gd name="T2" fmla="*/ 16 w 43"/>
                  <a:gd name="T3" fmla="*/ 26 h 27"/>
                  <a:gd name="T4" fmla="*/ 0 w 43"/>
                  <a:gd name="T5" fmla="*/ 22 h 27"/>
                  <a:gd name="T6" fmla="*/ 7 w 43"/>
                  <a:gd name="T7" fmla="*/ 4 h 27"/>
                  <a:gd name="T8" fmla="*/ 9 w 43"/>
                  <a:gd name="T9" fmla="*/ 2 h 27"/>
                  <a:gd name="T10" fmla="*/ 39 w 43"/>
                  <a:gd name="T11" fmla="*/ 14 h 27"/>
                  <a:gd name="T12" fmla="*/ 33 w 43"/>
                  <a:gd name="T13" fmla="*/ 26 h 27"/>
                  <a:gd name="T14" fmla="*/ 19 w 43"/>
                  <a:gd name="T15" fmla="*/ 27 h 27"/>
                  <a:gd name="T16" fmla="*/ 19 w 43"/>
                  <a:gd name="T17" fmla="*/ 26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27">
                    <a:moveTo>
                      <a:pt x="19" y="26"/>
                    </a:moveTo>
                    <a:cubicBezTo>
                      <a:pt x="18" y="26"/>
                      <a:pt x="17" y="27"/>
                      <a:pt x="16" y="26"/>
                    </a:cubicBezTo>
                    <a:cubicBezTo>
                      <a:pt x="10" y="25"/>
                      <a:pt x="5" y="23"/>
                      <a:pt x="0" y="22"/>
                    </a:cubicBezTo>
                    <a:cubicBezTo>
                      <a:pt x="3" y="16"/>
                      <a:pt x="5" y="10"/>
                      <a:pt x="7" y="4"/>
                    </a:cubicBezTo>
                    <a:cubicBezTo>
                      <a:pt x="8" y="3"/>
                      <a:pt x="9" y="2"/>
                      <a:pt x="9" y="2"/>
                    </a:cubicBezTo>
                    <a:cubicBezTo>
                      <a:pt x="15" y="0"/>
                      <a:pt x="37" y="8"/>
                      <a:pt x="39" y="14"/>
                    </a:cubicBezTo>
                    <a:cubicBezTo>
                      <a:pt x="43" y="21"/>
                      <a:pt x="41" y="24"/>
                      <a:pt x="33" y="26"/>
                    </a:cubicBezTo>
                    <a:cubicBezTo>
                      <a:pt x="29" y="26"/>
                      <a:pt x="24" y="26"/>
                      <a:pt x="19" y="27"/>
                    </a:cubicBezTo>
                    <a:cubicBezTo>
                      <a:pt x="19" y="27"/>
                      <a:pt x="19" y="26"/>
                      <a:pt x="19" y="2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9" name="Freeform 55"/>
              <p:cNvSpPr>
                <a:spLocks noEditPoints="1"/>
              </p:cNvSpPr>
              <p:nvPr/>
            </p:nvSpPr>
            <p:spPr bwMode="auto">
              <a:xfrm>
                <a:off x="5922963" y="4691063"/>
                <a:ext cx="87313" cy="150813"/>
              </a:xfrm>
              <a:custGeom>
                <a:avLst/>
                <a:gdLst>
                  <a:gd name="T0" fmla="*/ 35 w 35"/>
                  <a:gd name="T1" fmla="*/ 32 h 60"/>
                  <a:gd name="T2" fmla="*/ 32 w 35"/>
                  <a:gd name="T3" fmla="*/ 48 h 60"/>
                  <a:gd name="T4" fmla="*/ 18 w 35"/>
                  <a:gd name="T5" fmla="*/ 58 h 60"/>
                  <a:gd name="T6" fmla="*/ 4 w 35"/>
                  <a:gd name="T7" fmla="*/ 49 h 60"/>
                  <a:gd name="T8" fmla="*/ 1 w 35"/>
                  <a:gd name="T9" fmla="*/ 12 h 60"/>
                  <a:gd name="T10" fmla="*/ 16 w 35"/>
                  <a:gd name="T11" fmla="*/ 1 h 60"/>
                  <a:gd name="T12" fmla="*/ 31 w 35"/>
                  <a:gd name="T13" fmla="*/ 11 h 60"/>
                  <a:gd name="T14" fmla="*/ 35 w 35"/>
                  <a:gd name="T15" fmla="*/ 32 h 60"/>
                  <a:gd name="T16" fmla="*/ 29 w 35"/>
                  <a:gd name="T17" fmla="*/ 34 h 60"/>
                  <a:gd name="T18" fmla="*/ 24 w 35"/>
                  <a:gd name="T19" fmla="*/ 11 h 60"/>
                  <a:gd name="T20" fmla="*/ 14 w 35"/>
                  <a:gd name="T21" fmla="*/ 3 h 60"/>
                  <a:gd name="T22" fmla="*/ 5 w 35"/>
                  <a:gd name="T23" fmla="*/ 14 h 60"/>
                  <a:gd name="T24" fmla="*/ 7 w 35"/>
                  <a:gd name="T25" fmla="*/ 39 h 60"/>
                  <a:gd name="T26" fmla="*/ 19 w 35"/>
                  <a:gd name="T27" fmla="*/ 56 h 60"/>
                  <a:gd name="T28" fmla="*/ 29 w 35"/>
                  <a:gd name="T29" fmla="*/ 34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60">
                    <a:moveTo>
                      <a:pt x="35" y="32"/>
                    </a:moveTo>
                    <a:cubicBezTo>
                      <a:pt x="34" y="38"/>
                      <a:pt x="34" y="44"/>
                      <a:pt x="32" y="48"/>
                    </a:cubicBezTo>
                    <a:cubicBezTo>
                      <a:pt x="29" y="52"/>
                      <a:pt x="23" y="56"/>
                      <a:pt x="18" y="58"/>
                    </a:cubicBezTo>
                    <a:cubicBezTo>
                      <a:pt x="12" y="60"/>
                      <a:pt x="5" y="56"/>
                      <a:pt x="4" y="49"/>
                    </a:cubicBezTo>
                    <a:cubicBezTo>
                      <a:pt x="1" y="37"/>
                      <a:pt x="0" y="24"/>
                      <a:pt x="1" y="12"/>
                    </a:cubicBezTo>
                    <a:cubicBezTo>
                      <a:pt x="2" y="5"/>
                      <a:pt x="8" y="1"/>
                      <a:pt x="16" y="1"/>
                    </a:cubicBezTo>
                    <a:cubicBezTo>
                      <a:pt x="24" y="0"/>
                      <a:pt x="29" y="4"/>
                      <a:pt x="31" y="11"/>
                    </a:cubicBezTo>
                    <a:cubicBezTo>
                      <a:pt x="33" y="18"/>
                      <a:pt x="34" y="25"/>
                      <a:pt x="35" y="32"/>
                    </a:cubicBezTo>
                    <a:close/>
                    <a:moveTo>
                      <a:pt x="29" y="34"/>
                    </a:moveTo>
                    <a:cubicBezTo>
                      <a:pt x="28" y="28"/>
                      <a:pt x="27" y="19"/>
                      <a:pt x="24" y="11"/>
                    </a:cubicBezTo>
                    <a:cubicBezTo>
                      <a:pt x="23" y="7"/>
                      <a:pt x="17" y="3"/>
                      <a:pt x="14" y="3"/>
                    </a:cubicBezTo>
                    <a:cubicBezTo>
                      <a:pt x="10" y="4"/>
                      <a:pt x="6" y="10"/>
                      <a:pt x="5" y="14"/>
                    </a:cubicBezTo>
                    <a:cubicBezTo>
                      <a:pt x="4" y="22"/>
                      <a:pt x="5" y="31"/>
                      <a:pt x="7" y="39"/>
                    </a:cubicBezTo>
                    <a:cubicBezTo>
                      <a:pt x="8" y="51"/>
                      <a:pt x="13" y="57"/>
                      <a:pt x="19" y="56"/>
                    </a:cubicBezTo>
                    <a:cubicBezTo>
                      <a:pt x="30" y="54"/>
                      <a:pt x="28" y="45"/>
                      <a:pt x="29" y="3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0" name="Freeform 56"/>
              <p:cNvSpPr>
                <a:spLocks noEditPoints="1"/>
              </p:cNvSpPr>
              <p:nvPr/>
            </p:nvSpPr>
            <p:spPr bwMode="auto">
              <a:xfrm>
                <a:off x="5659438" y="4687888"/>
                <a:ext cx="107950" cy="144463"/>
              </a:xfrm>
              <a:custGeom>
                <a:avLst/>
                <a:gdLst>
                  <a:gd name="T0" fmla="*/ 6 w 43"/>
                  <a:gd name="T1" fmla="*/ 57 h 57"/>
                  <a:gd name="T2" fmla="*/ 28 w 43"/>
                  <a:gd name="T3" fmla="*/ 32 h 57"/>
                  <a:gd name="T4" fmla="*/ 10 w 43"/>
                  <a:gd name="T5" fmla="*/ 34 h 57"/>
                  <a:gd name="T6" fmla="*/ 1 w 43"/>
                  <a:gd name="T7" fmla="*/ 15 h 57"/>
                  <a:gd name="T8" fmla="*/ 17 w 43"/>
                  <a:gd name="T9" fmla="*/ 0 h 57"/>
                  <a:gd name="T10" fmla="*/ 35 w 43"/>
                  <a:gd name="T11" fmla="*/ 11 h 57"/>
                  <a:gd name="T12" fmla="*/ 6 w 43"/>
                  <a:gd name="T13" fmla="*/ 57 h 57"/>
                  <a:gd name="T14" fmla="*/ 30 w 43"/>
                  <a:gd name="T15" fmla="*/ 18 h 57"/>
                  <a:gd name="T16" fmla="*/ 18 w 43"/>
                  <a:gd name="T17" fmla="*/ 3 h 57"/>
                  <a:gd name="T18" fmla="*/ 7 w 43"/>
                  <a:gd name="T19" fmla="*/ 17 h 57"/>
                  <a:gd name="T20" fmla="*/ 19 w 43"/>
                  <a:gd name="T21" fmla="*/ 32 h 57"/>
                  <a:gd name="T22" fmla="*/ 30 w 43"/>
                  <a:gd name="T23" fmla="*/ 1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3" h="57">
                    <a:moveTo>
                      <a:pt x="6" y="57"/>
                    </a:moveTo>
                    <a:cubicBezTo>
                      <a:pt x="18" y="52"/>
                      <a:pt x="27" y="45"/>
                      <a:pt x="28" y="32"/>
                    </a:cubicBezTo>
                    <a:cubicBezTo>
                      <a:pt x="22" y="33"/>
                      <a:pt x="15" y="35"/>
                      <a:pt x="10" y="34"/>
                    </a:cubicBezTo>
                    <a:cubicBezTo>
                      <a:pt x="0" y="31"/>
                      <a:pt x="0" y="23"/>
                      <a:pt x="1" y="15"/>
                    </a:cubicBezTo>
                    <a:cubicBezTo>
                      <a:pt x="2" y="7"/>
                      <a:pt x="9" y="1"/>
                      <a:pt x="17" y="0"/>
                    </a:cubicBezTo>
                    <a:cubicBezTo>
                      <a:pt x="26" y="0"/>
                      <a:pt x="32" y="3"/>
                      <a:pt x="35" y="11"/>
                    </a:cubicBezTo>
                    <a:cubicBezTo>
                      <a:pt x="43" y="31"/>
                      <a:pt x="28" y="55"/>
                      <a:pt x="6" y="57"/>
                    </a:cubicBezTo>
                    <a:close/>
                    <a:moveTo>
                      <a:pt x="30" y="18"/>
                    </a:moveTo>
                    <a:cubicBezTo>
                      <a:pt x="30" y="9"/>
                      <a:pt x="25" y="3"/>
                      <a:pt x="18" y="3"/>
                    </a:cubicBezTo>
                    <a:cubicBezTo>
                      <a:pt x="12" y="2"/>
                      <a:pt x="7" y="8"/>
                      <a:pt x="7" y="17"/>
                    </a:cubicBezTo>
                    <a:cubicBezTo>
                      <a:pt x="7" y="25"/>
                      <a:pt x="12" y="32"/>
                      <a:pt x="19" y="32"/>
                    </a:cubicBezTo>
                    <a:cubicBezTo>
                      <a:pt x="25" y="32"/>
                      <a:pt x="30" y="26"/>
                      <a:pt x="30" y="1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" name="Freeform 57"/>
              <p:cNvSpPr/>
              <p:nvPr/>
            </p:nvSpPr>
            <p:spPr bwMode="auto">
              <a:xfrm>
                <a:off x="6127750" y="4652963"/>
                <a:ext cx="107950" cy="150813"/>
              </a:xfrm>
              <a:custGeom>
                <a:avLst/>
                <a:gdLst>
                  <a:gd name="T0" fmla="*/ 31 w 43"/>
                  <a:gd name="T1" fmla="*/ 57 h 60"/>
                  <a:gd name="T2" fmla="*/ 13 w 43"/>
                  <a:gd name="T3" fmla="*/ 53 h 60"/>
                  <a:gd name="T4" fmla="*/ 26 w 43"/>
                  <a:gd name="T5" fmla="*/ 0 h 60"/>
                  <a:gd name="T6" fmla="*/ 14 w 43"/>
                  <a:gd name="T7" fmla="*/ 32 h 60"/>
                  <a:gd name="T8" fmla="*/ 35 w 43"/>
                  <a:gd name="T9" fmla="*/ 26 h 60"/>
                  <a:gd name="T10" fmla="*/ 42 w 43"/>
                  <a:gd name="T11" fmla="*/ 42 h 60"/>
                  <a:gd name="T12" fmla="*/ 31 w 43"/>
                  <a:gd name="T13" fmla="*/ 58 h 60"/>
                  <a:gd name="T14" fmla="*/ 33 w 43"/>
                  <a:gd name="T15" fmla="*/ 33 h 60"/>
                  <a:gd name="T16" fmla="*/ 22 w 43"/>
                  <a:gd name="T17" fmla="*/ 30 h 60"/>
                  <a:gd name="T18" fmla="*/ 15 w 43"/>
                  <a:gd name="T19" fmla="*/ 41 h 60"/>
                  <a:gd name="T20" fmla="*/ 31 w 43"/>
                  <a:gd name="T21" fmla="*/ 5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3" h="60">
                    <a:moveTo>
                      <a:pt x="31" y="57"/>
                    </a:moveTo>
                    <a:cubicBezTo>
                      <a:pt x="24" y="60"/>
                      <a:pt x="18" y="59"/>
                      <a:pt x="13" y="53"/>
                    </a:cubicBezTo>
                    <a:cubicBezTo>
                      <a:pt x="0" y="37"/>
                      <a:pt x="6" y="8"/>
                      <a:pt x="26" y="0"/>
                    </a:cubicBezTo>
                    <a:cubicBezTo>
                      <a:pt x="13" y="14"/>
                      <a:pt x="11" y="20"/>
                      <a:pt x="14" y="32"/>
                    </a:cubicBezTo>
                    <a:cubicBezTo>
                      <a:pt x="20" y="26"/>
                      <a:pt x="27" y="19"/>
                      <a:pt x="35" y="26"/>
                    </a:cubicBezTo>
                    <a:cubicBezTo>
                      <a:pt x="39" y="29"/>
                      <a:pt x="42" y="36"/>
                      <a:pt x="42" y="42"/>
                    </a:cubicBezTo>
                    <a:cubicBezTo>
                      <a:pt x="43" y="49"/>
                      <a:pt x="39" y="55"/>
                      <a:pt x="31" y="58"/>
                    </a:cubicBezTo>
                    <a:cubicBezTo>
                      <a:pt x="39" y="49"/>
                      <a:pt x="40" y="39"/>
                      <a:pt x="33" y="33"/>
                    </a:cubicBezTo>
                    <a:cubicBezTo>
                      <a:pt x="30" y="30"/>
                      <a:pt x="24" y="29"/>
                      <a:pt x="22" y="30"/>
                    </a:cubicBezTo>
                    <a:cubicBezTo>
                      <a:pt x="18" y="32"/>
                      <a:pt x="15" y="37"/>
                      <a:pt x="15" y="41"/>
                    </a:cubicBezTo>
                    <a:cubicBezTo>
                      <a:pt x="15" y="50"/>
                      <a:pt x="21" y="55"/>
                      <a:pt x="31" y="5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2" name="Freeform 58"/>
              <p:cNvSpPr/>
              <p:nvPr/>
            </p:nvSpPr>
            <p:spPr bwMode="auto">
              <a:xfrm>
                <a:off x="5429250" y="4665663"/>
                <a:ext cx="76200" cy="141288"/>
              </a:xfrm>
              <a:custGeom>
                <a:avLst/>
                <a:gdLst>
                  <a:gd name="T0" fmla="*/ 25 w 30"/>
                  <a:gd name="T1" fmla="*/ 56 h 56"/>
                  <a:gd name="T2" fmla="*/ 0 w 30"/>
                  <a:gd name="T3" fmla="*/ 50 h 56"/>
                  <a:gd name="T4" fmla="*/ 13 w 30"/>
                  <a:gd name="T5" fmla="*/ 40 h 56"/>
                  <a:gd name="T6" fmla="*/ 22 w 30"/>
                  <a:gd name="T7" fmla="*/ 4 h 56"/>
                  <a:gd name="T8" fmla="*/ 7 w 30"/>
                  <a:gd name="T9" fmla="*/ 5 h 56"/>
                  <a:gd name="T10" fmla="*/ 7 w 30"/>
                  <a:gd name="T11" fmla="*/ 3 h 56"/>
                  <a:gd name="T12" fmla="*/ 30 w 30"/>
                  <a:gd name="T13" fmla="*/ 0 h 56"/>
                  <a:gd name="T14" fmla="*/ 19 w 30"/>
                  <a:gd name="T15" fmla="*/ 40 h 56"/>
                  <a:gd name="T16" fmla="*/ 25 w 30"/>
                  <a:gd name="T17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56">
                    <a:moveTo>
                      <a:pt x="25" y="56"/>
                    </a:moveTo>
                    <a:cubicBezTo>
                      <a:pt x="17" y="54"/>
                      <a:pt x="8" y="52"/>
                      <a:pt x="0" y="50"/>
                    </a:cubicBezTo>
                    <a:cubicBezTo>
                      <a:pt x="10" y="50"/>
                      <a:pt x="10" y="50"/>
                      <a:pt x="13" y="40"/>
                    </a:cubicBezTo>
                    <a:cubicBezTo>
                      <a:pt x="16" y="28"/>
                      <a:pt x="19" y="17"/>
                      <a:pt x="22" y="4"/>
                    </a:cubicBezTo>
                    <a:cubicBezTo>
                      <a:pt x="16" y="4"/>
                      <a:pt x="11" y="5"/>
                      <a:pt x="7" y="5"/>
                    </a:cubicBezTo>
                    <a:cubicBezTo>
                      <a:pt x="7" y="5"/>
                      <a:pt x="7" y="4"/>
                      <a:pt x="7" y="3"/>
                    </a:cubicBezTo>
                    <a:cubicBezTo>
                      <a:pt x="14" y="2"/>
                      <a:pt x="21" y="1"/>
                      <a:pt x="30" y="0"/>
                    </a:cubicBezTo>
                    <a:cubicBezTo>
                      <a:pt x="26" y="14"/>
                      <a:pt x="23" y="27"/>
                      <a:pt x="19" y="40"/>
                    </a:cubicBezTo>
                    <a:cubicBezTo>
                      <a:pt x="17" y="46"/>
                      <a:pt x="15" y="53"/>
                      <a:pt x="25" y="5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53" name="文本占位符 65"/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  <a:endParaRPr lang="zh-CN" altLang="en-US" dirty="0"/>
          </a:p>
        </p:txBody>
      </p:sp>
      <p:sp>
        <p:nvSpPr>
          <p:cNvPr id="54" name="文本框 53"/>
          <p:cNvSpPr txBox="1"/>
          <p:nvPr userDrawn="1"/>
        </p:nvSpPr>
        <p:spPr>
          <a:xfrm>
            <a:off x="645615" y="6156880"/>
            <a:ext cx="2821002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含弘光大  继往开来</a:t>
            </a:r>
            <a:endParaRPr lang="zh-CN" altLang="en-US" sz="1600" spc="300" dirty="0">
              <a:solidFill>
                <a:schemeClr val="accent1">
                  <a:alpha val="25000"/>
                </a:schemeClr>
              </a:solidFill>
              <a:latin typeface="管峻楷书简体" panose="02010600010101010101" pitchFamily="2" charset="-122"/>
              <a:ea typeface="管峻楷书简体" panose="02010600010101010101" pitchFamily="2" charset="-122"/>
            </a:endParaRPr>
          </a:p>
        </p:txBody>
      </p:sp>
      <p:grpSp>
        <p:nvGrpSpPr>
          <p:cNvPr id="55" name="组合 54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56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57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58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59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0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1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2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3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4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5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6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7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8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9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dkUpDiag">
          <a:fgClr>
            <a:schemeClr val="bg1"/>
          </a:fgClr>
          <a:bgClr>
            <a:schemeClr val="bg1">
              <a:lumMod val="95000"/>
            </a:schemeClr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6C455-D181-459A-8014-67AAEFFCA7C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321020-7931-4610-B95E-80A53469F59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4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4.xml"/><Relationship Id="rId4" Type="http://schemas.microsoft.com/office/2007/relationships/hdphoto" Target="../media/image8.wdp"/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.xml"/><Relationship Id="rId7" Type="http://schemas.openxmlformats.org/officeDocument/2006/relationships/slideLayout" Target="../slideLayouts/slideLayout4.xml"/><Relationship Id="rId6" Type="http://schemas.openxmlformats.org/officeDocument/2006/relationships/tags" Target="../tags/tag1.xml"/><Relationship Id="rId5" Type="http://schemas.microsoft.com/office/2007/relationships/hdphoto" Target="../media/image8.wdp"/><Relationship Id="rId4" Type="http://schemas.openxmlformats.org/officeDocument/2006/relationships/image" Target="../media/image7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60" b="8260"/>
          <a:stretch>
            <a:fillRect/>
          </a:stretch>
        </p:blipFill>
        <p:spPr bwMode="auto">
          <a:xfrm>
            <a:off x="0" y="2013272"/>
            <a:ext cx="12187003" cy="317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矩形 27"/>
          <p:cNvSpPr/>
          <p:nvPr/>
        </p:nvSpPr>
        <p:spPr>
          <a:xfrm>
            <a:off x="-4996" y="2007322"/>
            <a:ext cx="12191999" cy="3183250"/>
          </a:xfrm>
          <a:prstGeom prst="rect">
            <a:avLst/>
          </a:prstGeom>
          <a:gradFill>
            <a:gsLst>
              <a:gs pos="0">
                <a:srgbClr val="A3050E"/>
              </a:gs>
              <a:gs pos="74000">
                <a:srgbClr val="A3050E">
                  <a:alpha val="60000"/>
                </a:srgbClr>
              </a:gs>
              <a:gs pos="37000">
                <a:srgbClr val="A3050E">
                  <a:alpha val="80000"/>
                </a:srgbClr>
              </a:gs>
              <a:gs pos="100000">
                <a:srgbClr val="A3050E">
                  <a:alpha val="90000"/>
                </a:srgb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charset="-122"/>
              <a:cs typeface="+mn-ea"/>
              <a:sym typeface="+mn-lt"/>
            </a:endParaRPr>
          </a:p>
        </p:txBody>
      </p:sp>
      <p:grpSp>
        <p:nvGrpSpPr>
          <p:cNvPr id="37" name="组合 36"/>
          <p:cNvGrpSpPr/>
          <p:nvPr/>
        </p:nvGrpSpPr>
        <p:grpSpPr>
          <a:xfrm>
            <a:off x="1974169" y="5964944"/>
            <a:ext cx="7345602" cy="338554"/>
            <a:chOff x="289384" y="6056049"/>
            <a:chExt cx="7345602" cy="338554"/>
          </a:xfrm>
        </p:grpSpPr>
        <p:sp>
          <p:nvSpPr>
            <p:cNvPr id="38" name="TextBox 14"/>
            <p:cNvSpPr txBox="1"/>
            <p:nvPr/>
          </p:nvSpPr>
          <p:spPr>
            <a:xfrm>
              <a:off x="289384" y="6056049"/>
              <a:ext cx="411683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>
                <a:defRPr/>
              </a:pP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小组成员：王子卿 李冰滢 </a:t>
              </a:r>
              <a:r>
                <a:rPr lang="zh-CN" altLang="en-US" sz="1600" b="1" dirty="0">
                  <a:solidFill>
                    <a:srgbClr val="961318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赵芳誉 陈玮灿 </a:t>
              </a:r>
              <a:endPara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61318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ea"/>
              </a:endParaRPr>
            </a:p>
          </p:txBody>
        </p:sp>
        <p:sp>
          <p:nvSpPr>
            <p:cNvPr id="40" name="TextBox 90"/>
            <p:cNvSpPr txBox="1"/>
            <p:nvPr/>
          </p:nvSpPr>
          <p:spPr>
            <a:xfrm>
              <a:off x="5308708" y="6056049"/>
              <a:ext cx="232627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日期：</a:t>
              </a:r>
              <a:r>
                <a:rPr kumimoji="0" lang="en-US" altLang="zh-CN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2025</a:t>
              </a: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年</a:t>
              </a:r>
              <a:r>
                <a:rPr lang="en-US" altLang="zh-CN" sz="1600" b="1" dirty="0">
                  <a:solidFill>
                    <a:srgbClr val="961318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10</a:t>
              </a: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月</a:t>
              </a:r>
              <a:r>
                <a:rPr kumimoji="0" lang="en-US" altLang="zh-CN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30</a:t>
              </a: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961318"/>
                  </a:solidFill>
                  <a:effectLst/>
                  <a:uLnTx/>
                  <a:uFillTx/>
                  <a:latin typeface="楷体" panose="02010609060101010101" pitchFamily="49" charset="-122"/>
                  <a:ea typeface="楷体" panose="02010609060101010101" pitchFamily="49" charset="-122"/>
                  <a:cs typeface="+mn-ea"/>
                </a:rPr>
                <a:t>日</a:t>
              </a:r>
              <a:endPara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61318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ea"/>
              </a:endParaRPr>
            </a:p>
          </p:txBody>
        </p:sp>
      </p:grpSp>
      <p:sp>
        <p:nvSpPr>
          <p:cNvPr id="42" name="Rectangle 9"/>
          <p:cNvSpPr/>
          <p:nvPr/>
        </p:nvSpPr>
        <p:spPr>
          <a:xfrm>
            <a:off x="477186" y="2459504"/>
            <a:ext cx="11227633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6000" b="1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  <a:cs typeface="阿里巴巴普惠体 B" panose="00020600040101010101" pitchFamily="18" charset="-122"/>
              </a:rPr>
              <a:t>Price &amp; rent </a:t>
            </a:r>
            <a:endParaRPr lang="en-US" altLang="zh-CN" sz="6000" b="1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  <a:cs typeface="阿里巴巴普惠体 B" panose="00020600040101010101" pitchFamily="18" charset="-122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6000" b="1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  <a:cs typeface="阿里巴巴普惠体 B" panose="00020600040101010101" pitchFamily="18" charset="-122"/>
              </a:rPr>
              <a:t>prediction model</a:t>
            </a:r>
            <a:endParaRPr kumimoji="0" lang="zh-CN" altLang="en-US" sz="6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阿里巴巴普惠体 B" panose="00020600040101010101" pitchFamily="18" charset="-122"/>
            </a:endParaRPr>
          </a:p>
        </p:txBody>
      </p:sp>
      <p:cxnSp>
        <p:nvCxnSpPr>
          <p:cNvPr id="44" name="直接连接符 43"/>
          <p:cNvCxnSpPr>
            <a:endCxn id="22" idx="1"/>
          </p:cNvCxnSpPr>
          <p:nvPr/>
        </p:nvCxnSpPr>
        <p:spPr>
          <a:xfrm>
            <a:off x="-884420" y="5455934"/>
            <a:ext cx="6228990" cy="43224"/>
          </a:xfrm>
          <a:prstGeom prst="line">
            <a:avLst/>
          </a:prstGeom>
          <a:noFill/>
          <a:ln w="38100" cap="flat" cmpd="sng" algn="ctr">
            <a:solidFill>
              <a:srgbClr val="961318"/>
            </a:solidFill>
            <a:prstDash val="solid"/>
            <a:miter lim="800000"/>
          </a:ln>
          <a:effectLst/>
        </p:spPr>
      </p:cxnSp>
      <p:cxnSp>
        <p:nvCxnSpPr>
          <p:cNvPr id="45" name="直接连接符 44"/>
          <p:cNvCxnSpPr>
            <a:stCxn id="22" idx="3"/>
          </p:cNvCxnSpPr>
          <p:nvPr/>
        </p:nvCxnSpPr>
        <p:spPr>
          <a:xfrm flipV="1">
            <a:off x="6870876" y="5455934"/>
            <a:ext cx="5975694" cy="43224"/>
          </a:xfrm>
          <a:prstGeom prst="line">
            <a:avLst/>
          </a:prstGeom>
          <a:noFill/>
          <a:ln w="38100" cap="flat" cmpd="sng" algn="ctr">
            <a:solidFill>
              <a:srgbClr val="961318"/>
            </a:solidFill>
            <a:prstDash val="solid"/>
            <a:miter lim="800000"/>
          </a:ln>
          <a:effectLst/>
        </p:spPr>
      </p:cxnSp>
      <p:grpSp>
        <p:nvGrpSpPr>
          <p:cNvPr id="18" name="组合 17"/>
          <p:cNvGrpSpPr/>
          <p:nvPr/>
        </p:nvGrpSpPr>
        <p:grpSpPr>
          <a:xfrm>
            <a:off x="3697903" y="502043"/>
            <a:ext cx="4751224" cy="1310637"/>
            <a:chOff x="1013385" y="386506"/>
            <a:chExt cx="4228542" cy="1166454"/>
          </a:xfrm>
        </p:grpSpPr>
        <p:pic>
          <p:nvPicPr>
            <p:cNvPr id="19" name="图片 18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013385" y="386506"/>
              <a:ext cx="1161573" cy="1166454"/>
            </a:xfrm>
            <a:prstGeom prst="rect">
              <a:avLst/>
            </a:prstGeom>
          </p:spPr>
        </p:pic>
        <p:pic>
          <p:nvPicPr>
            <p:cNvPr id="20" name="图片 19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341918" y="523819"/>
              <a:ext cx="2896218" cy="640678"/>
            </a:xfrm>
            <a:prstGeom prst="rect">
              <a:avLst/>
            </a:prstGeom>
          </p:spPr>
        </p:pic>
        <p:sp>
          <p:nvSpPr>
            <p:cNvPr id="21" name="矩形 20"/>
            <p:cNvSpPr/>
            <p:nvPr/>
          </p:nvSpPr>
          <p:spPr>
            <a:xfrm>
              <a:off x="2301895" y="1128876"/>
              <a:ext cx="2940032" cy="3013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>
                <a:defRPr/>
              </a:pPr>
              <a:r>
                <a:rPr lang="en-US" altLang="zh-CN" sz="1600" b="1" dirty="0">
                  <a:solidFill>
                    <a:srgbClr val="000000"/>
                  </a:solidFill>
                  <a:latin typeface="Calibri" panose="020F0502020204030204"/>
                  <a:ea typeface="宋体" panose="02010600030101010101" pitchFamily="2" charset="-122"/>
                </a:rPr>
                <a:t>RENMIN UNIVERSITY OF CHINA</a:t>
              </a:r>
              <a:endParaRPr lang="zh-CN" altLang="en-US" sz="1600" b="1" dirty="0">
                <a:solidFill>
                  <a:srgbClr val="000000"/>
                </a:solidFill>
                <a:latin typeface="Calibri" panose="020F0502020204030204"/>
                <a:ea typeface="宋体" panose="02010600030101010101" pitchFamily="2" charset="-122"/>
              </a:endParaRPr>
            </a:p>
          </p:txBody>
        </p:sp>
      </p:grpSp>
      <p:pic>
        <p:nvPicPr>
          <p:cNvPr id="22" name="图片 2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412312" y="5298734"/>
            <a:ext cx="1390821" cy="400848"/>
          </a:xfrm>
          <a:prstGeom prst="rect">
            <a:avLst/>
          </a:prstGeom>
        </p:spPr>
      </p:pic>
      <p:sp>
        <p:nvSpPr>
          <p:cNvPr id="2" name="Rectangle 9"/>
          <p:cNvSpPr/>
          <p:nvPr/>
        </p:nvSpPr>
        <p:spPr>
          <a:xfrm>
            <a:off x="470462" y="4565888"/>
            <a:ext cx="1122763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阿里巴巴普惠体 B" panose="00020600040101010101" pitchFamily="18" charset="-122"/>
              </a:rPr>
              <a:t>The second group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阿里巴巴普惠体 B" panose="00020600040101010101" pitchFamily="18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doors dir="ver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335361" y="116633"/>
            <a:ext cx="11521279" cy="6589041"/>
            <a:chOff x="335361" y="116633"/>
            <a:chExt cx="11521279" cy="6589041"/>
          </a:xfrm>
        </p:grpSpPr>
        <p:grpSp>
          <p:nvGrpSpPr>
            <p:cNvPr id="3" name="组合 2"/>
            <p:cNvGrpSpPr/>
            <p:nvPr/>
          </p:nvGrpSpPr>
          <p:grpSpPr>
            <a:xfrm>
              <a:off x="335361" y="116633"/>
              <a:ext cx="629872" cy="612768"/>
              <a:chOff x="3070727" y="196457"/>
              <a:chExt cx="692047" cy="673255"/>
            </a:xfrm>
          </p:grpSpPr>
          <p:sp>
            <p:nvSpPr>
              <p:cNvPr id="8" name="平行四边形 7"/>
              <p:cNvSpPr/>
              <p:nvPr/>
            </p:nvSpPr>
            <p:spPr>
              <a:xfrm>
                <a:off x="3070727" y="196457"/>
                <a:ext cx="629587" cy="612775"/>
              </a:xfrm>
              <a:prstGeom prst="parallelogram">
                <a:avLst/>
              </a:prstGeom>
              <a:solidFill>
                <a:srgbClr val="961318"/>
              </a:solidFill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endParaRPr>
              </a:p>
            </p:txBody>
          </p:sp>
          <p:sp>
            <p:nvSpPr>
              <p:cNvPr id="9" name="平行四边形 8"/>
              <p:cNvSpPr/>
              <p:nvPr/>
            </p:nvSpPr>
            <p:spPr>
              <a:xfrm>
                <a:off x="3133187" y="256937"/>
                <a:ext cx="629587" cy="612775"/>
              </a:xfrm>
              <a:prstGeom prst="parallelogram">
                <a:avLst/>
              </a:prstGeom>
              <a:noFill/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endParaRPr>
              </a:p>
            </p:txBody>
          </p:sp>
        </p:grpSp>
        <p:cxnSp>
          <p:nvCxnSpPr>
            <p:cNvPr id="4" name="直接连接符 3"/>
            <p:cNvCxnSpPr/>
            <p:nvPr/>
          </p:nvCxnSpPr>
          <p:spPr>
            <a:xfrm>
              <a:off x="367840" y="809674"/>
              <a:ext cx="11488800" cy="0"/>
            </a:xfrm>
            <a:prstGeom prst="line">
              <a:avLst/>
            </a:prstGeom>
            <a:noFill/>
            <a:ln w="9525" cap="flat" cmpd="sng" algn="ctr">
              <a:solidFill>
                <a:srgbClr val="961318"/>
              </a:solidFill>
              <a:prstDash val="solid"/>
            </a:ln>
            <a:effectLst/>
          </p:spPr>
        </p:cxnSp>
        <p:sp>
          <p:nvSpPr>
            <p:cNvPr id="6" name="文本框 5"/>
            <p:cNvSpPr txBox="1"/>
            <p:nvPr/>
          </p:nvSpPr>
          <p:spPr>
            <a:xfrm>
              <a:off x="10805366" y="6428675"/>
              <a:ext cx="1847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1" i="0" u="none" strike="noStrike" kern="0" cap="none" spc="0" normalizeH="0" baseline="3000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9419025" y="41061"/>
            <a:ext cx="2458511" cy="708866"/>
            <a:chOff x="277798" y="122111"/>
            <a:chExt cx="5205104" cy="1500796"/>
          </a:xfrm>
        </p:grpSpPr>
        <p:pic>
          <p:nvPicPr>
            <p:cNvPr id="39" name="图片 38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77798" y="122111"/>
              <a:ext cx="1494512" cy="1500796"/>
            </a:xfrm>
            <a:prstGeom prst="rect">
              <a:avLst/>
            </a:prstGeom>
          </p:spPr>
        </p:pic>
        <p:pic>
          <p:nvPicPr>
            <p:cNvPr id="40" name="图片 39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951632" y="319184"/>
              <a:ext cx="3416112" cy="755685"/>
            </a:xfrm>
            <a:prstGeom prst="rect">
              <a:avLst/>
            </a:prstGeom>
          </p:spPr>
        </p:pic>
        <p:sp>
          <p:nvSpPr>
            <p:cNvPr id="41" name="矩形 40"/>
            <p:cNvSpPr/>
            <p:nvPr/>
          </p:nvSpPr>
          <p:spPr>
            <a:xfrm>
              <a:off x="1849633" y="1019699"/>
              <a:ext cx="3633269" cy="48871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dist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rPr>
                <a:t>RENMIN UNIVERSITY OF CHINA</a:t>
              </a:r>
              <a:endParaRPr kumimoji="0" lang="en-US" altLang="zh-CN" sz="9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  <p:pic>
        <p:nvPicPr>
          <p:cNvPr id="33" name="图片 32"/>
          <p:cNvPicPr>
            <a:picLocks noChangeAspect="1"/>
          </p:cNvPicPr>
          <p:nvPr/>
        </p:nvPicPr>
        <p:blipFill>
          <a:blip r:embed="rId3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380" y="6363615"/>
            <a:ext cx="1526306" cy="400848"/>
          </a:xfrm>
          <a:prstGeom prst="rect">
            <a:avLst/>
          </a:prstGeom>
        </p:spPr>
      </p:pic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678721" y="3336809"/>
          <a:ext cx="11201400" cy="2819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900"/>
                <a:gridCol w="1866900"/>
                <a:gridCol w="1866900"/>
                <a:gridCol w="1866900"/>
                <a:gridCol w="1866900"/>
                <a:gridCol w="1866900"/>
              </a:tblGrid>
              <a:tr h="559726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MAE</a:t>
                      </a:r>
                      <a:endParaRPr lang="en-US" altLang="zh-CN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Price/Rent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 sample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out of sample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Cross-validation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Kaggle Score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2764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OLS</a:t>
                      </a:r>
                      <a:endParaRPr lang="en-US" altLang="zh-CN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453,136.21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451,941.78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454,604.57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67.08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27644"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118,912.75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119,972.06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119,841.25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2764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Lasso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454,916.36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452,899.78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456,015.32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67.42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27644"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119,219.66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120,216.47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120,143.04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2764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Ridge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453,952.22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452,020.99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455,186.89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67.19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39389"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122,038.54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123,175.82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123,206.70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10" name="文本框 9"/>
          <p:cNvSpPr txBox="1"/>
          <p:nvPr/>
        </p:nvSpPr>
        <p:spPr>
          <a:xfrm>
            <a:off x="678721" y="944189"/>
            <a:ext cx="1117791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  <a:cs typeface="Arial" panose="020B0604020202020204" pitchFamily="34" charset="0"/>
              </a:rPr>
              <a:t>数据预处理：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  <a:cs typeface="Arial" panose="020B0604020202020204" pitchFamily="34" charset="0"/>
            </a:endParaRPr>
          </a:p>
          <a:p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房价模型</a:t>
            </a:r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: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用训练集的中位数、众数等按板块、城市填充测试集的缺失值从源头避免了数据泄露。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租金模型：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将多种不同的租期描述（如“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年以上”、“季付价”）解析为统一的平均月数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  <a:cs typeface="Arial" panose="020B0604020202020204" pitchFamily="34" charset="0"/>
              </a:rPr>
              <a:t>特征工程</a:t>
            </a:r>
            <a:endParaRPr lang="en-US" altLang="zh-CN" b="1" dirty="0">
              <a:latin typeface="楷体" panose="02010609060101010101" pitchFamily="49" charset="-122"/>
              <a:ea typeface="楷体" panose="02010609060101010101" pitchFamily="49" charset="-122"/>
              <a:cs typeface="Arial" panose="020B0604020202020204" pitchFamily="34" charset="0"/>
            </a:endParaRPr>
          </a:p>
          <a:p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  <a:cs typeface="Arial" panose="020B0604020202020204" pitchFamily="34" charset="0"/>
              </a:rPr>
              <a:t>房价模型：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通过 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K-Means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对经纬度聚类生成 </a:t>
            </a:r>
            <a:r>
              <a:rPr lang="en-US" altLang="zh-CN" dirty="0" err="1">
                <a:latin typeface="楷体" panose="02010609060101010101" pitchFamily="49" charset="-122"/>
                <a:ea typeface="楷体" panose="02010609060101010101" pitchFamily="49" charset="-122"/>
              </a:rPr>
              <a:t>location_cluster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，并对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log_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建筑面积和房龄等关键连续变量进行分位数分箱 ，以捕捉到复杂的“地段溢价”和“非线性效应”。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  <a:cs typeface="Arial" panose="020B0604020202020204" pitchFamily="34" charset="0"/>
              </a:rPr>
              <a:t>租金模型：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面对区县和板块有较多类别的特征，用 </a:t>
            </a:r>
            <a:r>
              <a:rPr lang="en-US" altLang="zh-CN" dirty="0" err="1">
                <a:latin typeface="楷体" panose="02010609060101010101" pitchFamily="49" charset="-122"/>
                <a:ea typeface="楷体" panose="02010609060101010101" pitchFamily="49" charset="-122"/>
              </a:rPr>
              <a:t>TargetEncoder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将该地段的“平均租金”信息编码为特征，并进行交叉验证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062332" y="83664"/>
            <a:ext cx="2009490" cy="641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王子卿</a:t>
            </a:r>
            <a:endParaRPr lang="zh-CN" altLang="en-US" sz="32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gallery dir="l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45298" y="980375"/>
            <a:ext cx="5719449" cy="5743481"/>
          </a:xfrm>
          <a:prstGeom prst="rect">
            <a:avLst/>
          </a:prstGeom>
        </p:spPr>
      </p:pic>
      <p:grpSp>
        <p:nvGrpSpPr>
          <p:cNvPr id="2" name="组合 1"/>
          <p:cNvGrpSpPr/>
          <p:nvPr/>
        </p:nvGrpSpPr>
        <p:grpSpPr>
          <a:xfrm>
            <a:off x="335361" y="116633"/>
            <a:ext cx="11569986" cy="6681374"/>
            <a:chOff x="335361" y="116633"/>
            <a:chExt cx="11569986" cy="6681374"/>
          </a:xfrm>
        </p:grpSpPr>
        <p:grpSp>
          <p:nvGrpSpPr>
            <p:cNvPr id="3" name="组合 2"/>
            <p:cNvGrpSpPr/>
            <p:nvPr/>
          </p:nvGrpSpPr>
          <p:grpSpPr>
            <a:xfrm>
              <a:off x="335361" y="116633"/>
              <a:ext cx="629872" cy="612768"/>
              <a:chOff x="3070727" y="196457"/>
              <a:chExt cx="692047" cy="673255"/>
            </a:xfrm>
          </p:grpSpPr>
          <p:sp>
            <p:nvSpPr>
              <p:cNvPr id="8" name="平行四边形 7"/>
              <p:cNvSpPr/>
              <p:nvPr/>
            </p:nvSpPr>
            <p:spPr>
              <a:xfrm>
                <a:off x="3070727" y="196457"/>
                <a:ext cx="629587" cy="612775"/>
              </a:xfrm>
              <a:prstGeom prst="parallelogram">
                <a:avLst/>
              </a:prstGeom>
              <a:solidFill>
                <a:srgbClr val="961318"/>
              </a:solidFill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endParaRPr>
              </a:p>
            </p:txBody>
          </p:sp>
          <p:sp>
            <p:nvSpPr>
              <p:cNvPr id="9" name="平行四边形 8"/>
              <p:cNvSpPr/>
              <p:nvPr/>
            </p:nvSpPr>
            <p:spPr>
              <a:xfrm>
                <a:off x="3133187" y="256937"/>
                <a:ext cx="629587" cy="612775"/>
              </a:xfrm>
              <a:prstGeom prst="parallelogram">
                <a:avLst/>
              </a:prstGeom>
              <a:noFill/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endParaRPr>
              </a:p>
            </p:txBody>
          </p:sp>
        </p:grpSp>
        <p:cxnSp>
          <p:nvCxnSpPr>
            <p:cNvPr id="4" name="直接连接符 3"/>
            <p:cNvCxnSpPr/>
            <p:nvPr/>
          </p:nvCxnSpPr>
          <p:spPr>
            <a:xfrm>
              <a:off x="367840" y="809674"/>
              <a:ext cx="11488800" cy="0"/>
            </a:xfrm>
            <a:prstGeom prst="line">
              <a:avLst/>
            </a:prstGeom>
            <a:noFill/>
            <a:ln w="9525" cap="flat" cmpd="sng" algn="ctr">
              <a:solidFill>
                <a:srgbClr val="961318"/>
              </a:solidFill>
              <a:prstDash val="solid"/>
            </a:ln>
            <a:effectLst/>
          </p:spPr>
        </p:cxnSp>
        <p:sp>
          <p:nvSpPr>
            <p:cNvPr id="6" name="文本框 5"/>
            <p:cNvSpPr txBox="1"/>
            <p:nvPr/>
          </p:nvSpPr>
          <p:spPr>
            <a:xfrm>
              <a:off x="10805366" y="6428675"/>
              <a:ext cx="10999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8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rPr>
                <a:t>JUNE 12</a:t>
              </a:r>
              <a:r>
                <a:rPr kumimoji="0" lang="en-US" altLang="zh-CN" sz="1800" b="1" i="0" u="none" strike="noStrike" kern="0" cap="none" spc="0" normalizeH="0" baseline="30000" noProof="0" dirty="0">
                  <a:ln>
                    <a:noFill/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rPr>
                <a:t>th</a:t>
              </a:r>
              <a:endParaRPr kumimoji="0" lang="zh-CN" altLang="en-US" sz="1800" b="1" i="0" u="none" strike="noStrike" kern="0" cap="none" spc="0" normalizeH="0" baseline="3000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9419025" y="41061"/>
            <a:ext cx="2458511" cy="708866"/>
            <a:chOff x="277798" y="122111"/>
            <a:chExt cx="5205104" cy="1500796"/>
          </a:xfrm>
        </p:grpSpPr>
        <p:pic>
          <p:nvPicPr>
            <p:cNvPr id="39" name="图片 38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77798" y="122111"/>
              <a:ext cx="1494512" cy="1500796"/>
            </a:xfrm>
            <a:prstGeom prst="rect">
              <a:avLst/>
            </a:prstGeom>
          </p:spPr>
        </p:pic>
        <p:pic>
          <p:nvPicPr>
            <p:cNvPr id="40" name="图片 39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951632" y="319184"/>
              <a:ext cx="3416112" cy="755685"/>
            </a:xfrm>
            <a:prstGeom prst="rect">
              <a:avLst/>
            </a:prstGeom>
          </p:spPr>
        </p:pic>
        <p:sp>
          <p:nvSpPr>
            <p:cNvPr id="41" name="矩形 40"/>
            <p:cNvSpPr/>
            <p:nvPr/>
          </p:nvSpPr>
          <p:spPr>
            <a:xfrm>
              <a:off x="1849633" y="1019699"/>
              <a:ext cx="3633269" cy="48871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dist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rPr>
                <a:t>RENMIN UNIVERSITY OF CHINA</a:t>
              </a:r>
              <a:endParaRPr kumimoji="0" lang="en-US" altLang="zh-CN" sz="9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  <p:pic>
        <p:nvPicPr>
          <p:cNvPr id="33" name="图片 32"/>
          <p:cNvPicPr>
            <a:picLocks noChangeAspect="1"/>
          </p:cNvPicPr>
          <p:nvPr/>
        </p:nvPicPr>
        <p:blipFill>
          <a:blip r:embed="rId4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380" y="6363615"/>
            <a:ext cx="1526306" cy="400848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334089" y="800943"/>
            <a:ext cx="11489055" cy="29229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 defTabSz="26670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latin typeface="楷体" panose="02010609060101010101" pitchFamily="49" charset="-122"/>
                <a:ea typeface="楷体" panose="02010609060101010101" pitchFamily="49" charset="-122"/>
              </a:rPr>
              <a:t>数据处理：</a:t>
            </a:r>
            <a:endParaRPr lang="zh-CN" altLang="en-US" sz="20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  <a:buFont typeface="Times New Roman" panose="02020603050405020304"/>
              <a:buAutoNum type="arabicPeriod"/>
              <a:tabLst>
                <a:tab pos="198120" algn="l"/>
              </a:tabLst>
            </a:pP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楼层高度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--&gt;&gt;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配备电梯情况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  <a:buFont typeface="Times New Roman" panose="02020603050405020304"/>
              <a:buAutoNum type="arabicPeriod"/>
              <a:tabLst>
                <a:tab pos="198120" algn="l"/>
              </a:tabLst>
            </a:pP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建筑结构、房屋用途、交易权属等特征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--&gt;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复合类别拆分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  <a:buFont typeface="Times New Roman" panose="02020603050405020304"/>
              <a:buAutoNum type="arabicPeriod"/>
              <a:tabLst>
                <a:tab pos="198120" algn="l"/>
              </a:tabLst>
            </a:pP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小区建筑年代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--&gt;&gt;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政策周期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: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房改前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,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黄金十年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,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四万亿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,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限购期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,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去库存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,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房住不炒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  <a:buFont typeface="Times New Roman" panose="02020603050405020304"/>
              <a:buAutoNum type="arabicPeriod"/>
              <a:tabLst>
                <a:tab pos="198120" algn="l"/>
              </a:tabLst>
            </a:pP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房地产和物业公司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--&gt;&gt;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TF-IDF + PCA + </a:t>
            </a:r>
            <a:r>
              <a:rPr lang="en-US" altLang="zh-CN" dirty="0" err="1"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KMeans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--&gt;&gt;10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个聚类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  <a:buFont typeface="Times New Roman" panose="02020603050405020304"/>
              <a:buAutoNum type="arabicPeriod"/>
              <a:tabLst>
                <a:tab pos="198120" algn="l"/>
              </a:tabLst>
            </a:pP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环线预测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--&gt;&gt;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经纬度计算城市中心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,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随机森林分配器填充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缺失环线，交叉验证正确率有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94.2%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6.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地理聚类决策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--&gt;&gt;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房价：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DBSCAN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密集区域获得精细的地理聚类，小区域用板块信息代替；租房：网格分类。</a:t>
            </a:r>
            <a:endParaRPr lang="en-US" altLang="zh-CN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457200" indent="-457200" algn="just" defTabSz="26670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latin typeface="楷体" panose="02010609060101010101" pitchFamily="49" charset="-122"/>
                <a:ea typeface="楷体" panose="02010609060101010101" pitchFamily="49" charset="-122"/>
              </a:rPr>
              <a:t>模型构建：</a:t>
            </a:r>
            <a:endParaRPr lang="zh-CN" altLang="en-US" sz="20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indent="0" algn="just" defTabSz="26670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1.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特征工程：构建得房率、面积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×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物业费、卫卧比等特征组合。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2.LabelEncoding: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将房屋用途、政策周期、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开发商等类别变量用于随机森林模型构建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062332" y="83664"/>
            <a:ext cx="2009490" cy="641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李冰滢</a:t>
            </a:r>
            <a:endParaRPr lang="zh-CN" altLang="en-US" sz="32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graphicFrame>
        <p:nvGraphicFramePr>
          <p:cNvPr id="17" name="表格 16"/>
          <p:cNvGraphicFramePr/>
          <p:nvPr>
            <p:custDataLst>
              <p:tags r:id="rId6"/>
            </p:custDataLst>
          </p:nvPr>
        </p:nvGraphicFramePr>
        <p:xfrm>
          <a:off x="588645" y="3723640"/>
          <a:ext cx="11014075" cy="2689860"/>
        </p:xfrm>
        <a:graphic>
          <a:graphicData uri="http://schemas.openxmlformats.org/drawingml/2006/table">
            <a:tbl>
              <a:tblPr/>
              <a:tblGrid>
                <a:gridCol w="1370330"/>
                <a:gridCol w="1822450"/>
                <a:gridCol w="1787525"/>
                <a:gridCol w="1706245"/>
                <a:gridCol w="1936115"/>
                <a:gridCol w="2391410"/>
              </a:tblGrid>
              <a:tr h="596900">
                <a:tc>
                  <a:txBody>
                    <a:bodyPr/>
                    <a:p>
                      <a:pPr algn="ctr" fontAlgn="ctr"/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MAE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Price/Rent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In Sample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Out of Sample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Cross-Validation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Kaggle Score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1620">
                <a:tc rowSpan="2"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OLS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price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0.6127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0.6129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0.6132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38.73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1620">
                <a:tc vMerge="1"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rent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0.4588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0.4705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0.453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54.12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1620">
                <a:tc rowSpan="2"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LASSO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price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0.6127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0.6128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0.6129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38.73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1620">
                <a:tc vMerge="1"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rent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0.4588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0.4705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0.453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54.12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1620">
                <a:tc rowSpan="2"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Ridge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price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0.6127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0.6129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0.6129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38.73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1620">
                <a:tc vMerge="1"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rent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0.4588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0.4705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0.453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54.12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1620">
                <a:tc rowSpan="2"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Random Forest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price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0.4234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0.5573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0.5067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57.66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1620">
                <a:tc vMerge="1"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rent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0.4261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0.4122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0.1959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黑体" panose="02010609060101010101" charset="-122"/>
                          <a:ea typeface="黑体" panose="02010609060101010101" charset="-122"/>
                        </a:rPr>
                        <a:t>57.39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黑体" panose="02010609060101010101" charset="-122"/>
                        <a:ea typeface="黑体" panose="02010609060101010101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gallery dir="l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45298" y="980375"/>
            <a:ext cx="5719449" cy="5743481"/>
          </a:xfrm>
          <a:prstGeom prst="rect">
            <a:avLst/>
          </a:prstGeom>
        </p:spPr>
      </p:pic>
      <p:grpSp>
        <p:nvGrpSpPr>
          <p:cNvPr id="2" name="组合 1"/>
          <p:cNvGrpSpPr/>
          <p:nvPr/>
        </p:nvGrpSpPr>
        <p:grpSpPr>
          <a:xfrm>
            <a:off x="335361" y="116633"/>
            <a:ext cx="11521279" cy="693041"/>
            <a:chOff x="335361" y="116633"/>
            <a:chExt cx="11521279" cy="693041"/>
          </a:xfrm>
        </p:grpSpPr>
        <p:grpSp>
          <p:nvGrpSpPr>
            <p:cNvPr id="3" name="组合 2"/>
            <p:cNvGrpSpPr/>
            <p:nvPr/>
          </p:nvGrpSpPr>
          <p:grpSpPr>
            <a:xfrm>
              <a:off x="335361" y="116633"/>
              <a:ext cx="629872" cy="612768"/>
              <a:chOff x="3070727" y="196457"/>
              <a:chExt cx="692047" cy="673255"/>
            </a:xfrm>
          </p:grpSpPr>
          <p:sp>
            <p:nvSpPr>
              <p:cNvPr id="8" name="平行四边形 7"/>
              <p:cNvSpPr/>
              <p:nvPr/>
            </p:nvSpPr>
            <p:spPr>
              <a:xfrm>
                <a:off x="3070727" y="196457"/>
                <a:ext cx="629587" cy="612775"/>
              </a:xfrm>
              <a:prstGeom prst="parallelogram">
                <a:avLst/>
              </a:prstGeom>
              <a:solidFill>
                <a:srgbClr val="961318"/>
              </a:solidFill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endParaRPr>
              </a:p>
            </p:txBody>
          </p:sp>
          <p:sp>
            <p:nvSpPr>
              <p:cNvPr id="9" name="平行四边形 8"/>
              <p:cNvSpPr/>
              <p:nvPr/>
            </p:nvSpPr>
            <p:spPr>
              <a:xfrm>
                <a:off x="3133187" y="256937"/>
                <a:ext cx="629587" cy="612775"/>
              </a:xfrm>
              <a:prstGeom prst="parallelogram">
                <a:avLst/>
              </a:prstGeom>
              <a:noFill/>
              <a:ln w="25400" cap="flat" cmpd="sng" algn="ctr">
                <a:solidFill>
                  <a:srgbClr val="961318"/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endParaRPr>
              </a:p>
            </p:txBody>
          </p:sp>
        </p:grpSp>
        <p:cxnSp>
          <p:nvCxnSpPr>
            <p:cNvPr id="4" name="直接连接符 3"/>
            <p:cNvCxnSpPr/>
            <p:nvPr/>
          </p:nvCxnSpPr>
          <p:spPr>
            <a:xfrm>
              <a:off x="367840" y="809674"/>
              <a:ext cx="11488800" cy="0"/>
            </a:xfrm>
            <a:prstGeom prst="line">
              <a:avLst/>
            </a:prstGeom>
            <a:noFill/>
            <a:ln w="9525" cap="flat" cmpd="sng" algn="ctr">
              <a:solidFill>
                <a:srgbClr val="961318"/>
              </a:solidFill>
              <a:prstDash val="solid"/>
            </a:ln>
            <a:effectLst/>
          </p:spPr>
        </p:cxnSp>
      </p:grpSp>
      <p:grpSp>
        <p:nvGrpSpPr>
          <p:cNvPr id="38" name="组合 37"/>
          <p:cNvGrpSpPr/>
          <p:nvPr/>
        </p:nvGrpSpPr>
        <p:grpSpPr>
          <a:xfrm>
            <a:off x="9419025" y="41061"/>
            <a:ext cx="2458511" cy="708866"/>
            <a:chOff x="277798" y="122111"/>
            <a:chExt cx="5205104" cy="1500796"/>
          </a:xfrm>
        </p:grpSpPr>
        <p:pic>
          <p:nvPicPr>
            <p:cNvPr id="39" name="图片 38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77798" y="122111"/>
              <a:ext cx="1494512" cy="1500796"/>
            </a:xfrm>
            <a:prstGeom prst="rect">
              <a:avLst/>
            </a:prstGeom>
          </p:spPr>
        </p:pic>
        <p:pic>
          <p:nvPicPr>
            <p:cNvPr id="40" name="图片 39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951632" y="319184"/>
              <a:ext cx="3416112" cy="755685"/>
            </a:xfrm>
            <a:prstGeom prst="rect">
              <a:avLst/>
            </a:prstGeom>
          </p:spPr>
        </p:pic>
        <p:sp>
          <p:nvSpPr>
            <p:cNvPr id="41" name="矩形 40"/>
            <p:cNvSpPr/>
            <p:nvPr/>
          </p:nvSpPr>
          <p:spPr>
            <a:xfrm>
              <a:off x="1849633" y="1019699"/>
              <a:ext cx="3633269" cy="48871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dist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rPr>
                <a:t>RENMIN UNIVERSITY OF CHINA</a:t>
              </a:r>
              <a:endParaRPr kumimoji="0" lang="en-US" altLang="zh-CN" sz="9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  <p:sp>
        <p:nvSpPr>
          <p:cNvPr id="11" name="文本框 10"/>
          <p:cNvSpPr txBox="1"/>
          <p:nvPr/>
        </p:nvSpPr>
        <p:spPr>
          <a:xfrm>
            <a:off x="404107" y="749927"/>
            <a:ext cx="11489055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智能数据解析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通过中文文本自动解析：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"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两梯四户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" →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梯数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=2,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户数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=4 &amp;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建筑年代智能提取：从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"1998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年建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"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中精准提取年份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→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使得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租期描述标准化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：统一不同租期表述为可比格式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高级特征构造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空间聚类优化：肘部法则自动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确定最优聚类数  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分位数智能分箱：自适应数据分布，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避免等距分箱缺陷</a:t>
            </a:r>
            <a:endParaRPr lang="zh-CN" altLang="en-US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复合特征分解：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多标签特征自动二值化处理</a:t>
            </a:r>
            <a:endParaRPr lang="zh-CN" altLang="en-US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非线性关系捕捉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交互特征生成：面积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×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位置等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有意义的特征组合    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智能特征变换：偏态数据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自动应用对数</a:t>
            </a:r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/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平方根变换</a:t>
            </a:r>
            <a:endParaRPr lang="zh-CN" altLang="en-US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多项式特征扩展：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仅保留交互项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避免维度爆炸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数据处理设计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保守异常值处理：</a:t>
            </a:r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5%-95%</a:t>
            </a:r>
            <a:r>
              <a:rPr lang="zh-CN" altLang="en-US" b="1" dirty="0">
                <a:latin typeface="楷体" panose="02010609060101010101" pitchFamily="49" charset="-122"/>
                <a:ea typeface="楷体" panose="02010609060101010101" pitchFamily="49" charset="-122"/>
              </a:rPr>
              <a:t>分位数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+2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倍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IQR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的宽松策略  智能缺失值填充：偏态数据选择中位数，正态数据用均值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062332" y="83664"/>
            <a:ext cx="2009490" cy="641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赵芳誉</a:t>
            </a:r>
            <a:endParaRPr lang="zh-CN" altLang="en-US" sz="32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737788" y="3866921"/>
          <a:ext cx="10565532" cy="2819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0922"/>
                <a:gridCol w="1760922"/>
                <a:gridCol w="1760922"/>
                <a:gridCol w="1760922"/>
                <a:gridCol w="1760922"/>
                <a:gridCol w="1760922"/>
              </a:tblGrid>
              <a:tr h="134806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MAE</a:t>
                      </a:r>
                      <a:endParaRPr lang="en-US" altLang="zh-CN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Price/Rent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 sample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out of sample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Cross-validation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Kaggle Score</a:t>
                      </a:r>
                      <a:endParaRPr lang="en-US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53800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OLS</a:t>
                      </a:r>
                      <a:endParaRPr lang="en-US" altLang="zh-CN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627,809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631,630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633,062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61.6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53800"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188,084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192,153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189,677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53800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Lasso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855,901 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845,393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856,405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49.4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53800"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250,001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252,931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250,106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53800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Ridge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Price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946,988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931,592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943,068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47.3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53800"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Rent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260,237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263,270 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259,810</a:t>
                      </a:r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gallery dir="l"/>
      </p:transition>
    </mc:Choice>
    <mc:Fallback>
      <p:transition spd="slow">
        <p:fade/>
      </p:transition>
    </mc:Fallback>
  </mc:AlternateContent>
</p:sld>
</file>

<file path=ppt/tags/tag1.xml><?xml version="1.0" encoding="utf-8"?>
<p:tagLst xmlns:p="http://schemas.openxmlformats.org/presentationml/2006/main">
  <p:tag name="TABLE_ENDDRAG_ORIGIN_RECT" val="867*211"/>
  <p:tag name="TABLE_ENDDRAG_RECT" val="39*293*867*211"/>
</p:tagLst>
</file>

<file path=ppt/theme/theme1.xml><?xml version="1.0" encoding="utf-8"?>
<a:theme xmlns:a="http://schemas.openxmlformats.org/drawingml/2006/main" name="2_Office 主题​​">
  <a:themeElements>
    <a:clrScheme name="西大模板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34C9C"/>
      </a:accent1>
      <a:accent2>
        <a:srgbClr val="FFA405"/>
      </a:accent2>
      <a:accent3>
        <a:srgbClr val="B5B5B5"/>
      </a:accent3>
      <a:accent4>
        <a:srgbClr val="D4D9DD"/>
      </a:accent4>
      <a:accent5>
        <a:srgbClr val="66BE96"/>
      </a:accent5>
      <a:accent6>
        <a:srgbClr val="104685"/>
      </a:accent6>
      <a:hlink>
        <a:srgbClr val="0563C1"/>
      </a:hlink>
      <a:folHlink>
        <a:srgbClr val="954F72"/>
      </a:folHlink>
    </a:clrScheme>
    <a:fontScheme name="西大模板">
      <a:majorFont>
        <a:latin typeface="Segoe UI Black"/>
        <a:ea typeface="思源宋体 CN Heavy"/>
        <a:cs typeface=""/>
      </a:majorFont>
      <a:minorFont>
        <a:latin typeface="Segoe UI Ligh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lnSpc>
            <a:spcPct val="130000"/>
          </a:lnSpc>
          <a:defRPr sz="2000" dirty="0" smtClean="0">
            <a:latin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1992</Words>
  <Application>WPS 演示</Application>
  <PresentationFormat>宽屏</PresentationFormat>
  <Paragraphs>331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24" baseType="lpstr">
      <vt:lpstr>Arial</vt:lpstr>
      <vt:lpstr>宋体</vt:lpstr>
      <vt:lpstr>Wingdings</vt:lpstr>
      <vt:lpstr>Segoe UI</vt:lpstr>
      <vt:lpstr>微软雅黑</vt:lpstr>
      <vt:lpstr>管峻楷书简体</vt:lpstr>
      <vt:lpstr>思源宋体 CN Heavy</vt:lpstr>
      <vt:lpstr>Arial</vt:lpstr>
      <vt:lpstr>楷体</vt:lpstr>
      <vt:lpstr>阿里巴巴普惠体 B</vt:lpstr>
      <vt:lpstr>Calibri</vt:lpstr>
      <vt:lpstr>Times New Roman</vt:lpstr>
      <vt:lpstr>Arial Unicode MS</vt:lpstr>
      <vt:lpstr>Segoe UI Black</vt:lpstr>
      <vt:lpstr>Segoe UI Light</vt:lpstr>
      <vt:lpstr>微软雅黑 Light</vt:lpstr>
      <vt:lpstr>汉仪颜楷简</vt:lpstr>
      <vt:lpstr>方正仿宋_GB2312</vt:lpstr>
      <vt:lpstr>黑体</vt:lpstr>
      <vt:lpstr>2_Office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ASUS</dc:creator>
  <cp:lastModifiedBy>李冰滢</cp:lastModifiedBy>
  <cp:revision>41</cp:revision>
  <dcterms:created xsi:type="dcterms:W3CDTF">2020-11-02T12:56:00Z</dcterms:created>
  <dcterms:modified xsi:type="dcterms:W3CDTF">2025-10-30T04:59:32Z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6CE507F4807649FFA4BC22EC36F2F6A4_12</vt:lpwstr>
  </property>
  <property fmtid="{D5CDD505-2E9C-101B-9397-08002B2CF9AE}" pid="3" name="KSOProductBuildVer">
    <vt:lpwstr>2052-12.1.0.23125</vt:lpwstr>
  </property>
</Properties>
</file>